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DM Sans" pitchFamily="2" charset="0"/>
      <p:regular r:id="rId13"/>
      <p:bold r:id="rId14"/>
      <p:italic r:id="rId15"/>
      <p:boldItalic r:id="rId16"/>
    </p:embeddedFont>
    <p:embeddedFont>
      <p:font typeface="Oswald" panose="00000500000000000000" pitchFamily="2" charset="0"/>
      <p:regular r:id="rId17"/>
      <p:bold r:id="rId18"/>
    </p:embeddedFont>
    <p:embeddedFont>
      <p:font typeface="Oswald ExtraLight" panose="00000300000000000000" pitchFamily="2" charset="0"/>
      <p:regular r:id="rId19"/>
      <p:bold r:id="rId20"/>
    </p:embeddedFont>
    <p:embeddedFont>
      <p:font typeface="Roboto Condensed Light" panose="02000000000000000000" pitchFamily="2" charset="0"/>
      <p:regular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01">
          <p15:clr>
            <a:srgbClr val="9AA0A6"/>
          </p15:clr>
        </p15:guide>
        <p15:guide id="2" orient="horz" pos="733">
          <p15:clr>
            <a:srgbClr val="9AA0A6"/>
          </p15:clr>
        </p15:guide>
        <p15:guide id="3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2B4C359-24BA-4658-AAAE-F6CE716D13E6}">
  <a:tblStyle styleId="{B2B4C359-24BA-4658-AAAE-F6CE716D13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60" y="48"/>
      </p:cViewPr>
      <p:guideLst>
        <p:guide orient="horz" pos="601"/>
        <p:guide orient="horz" pos="733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0e91f73e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0e91f73e2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0e91f73e2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0e91f73e2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0e91f73e27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0e91f73e27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10e84aac6d0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10e84aac6d0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0e413425e1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10e413425e1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0e91f73e27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0e91f73e27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10d7ae03d4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10d7ae03d4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10e91f73e27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10e91f73e27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accent5"/>
            </a:gs>
            <a:gs pos="48000">
              <a:schemeClr val="accent4"/>
            </a:gs>
            <a:gs pos="100000">
              <a:schemeClr val="accent2"/>
            </a:gs>
          </a:gsLst>
          <a:lin ang="2698631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967650"/>
            <a:ext cx="3972000" cy="3027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5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995250"/>
            <a:ext cx="43590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rot="5400000">
            <a:off x="7002555" y="-662466"/>
            <a:ext cx="1673084" cy="3614193"/>
            <a:chOff x="7350442" y="2608992"/>
            <a:chExt cx="777239" cy="1673160"/>
          </a:xfrm>
        </p:grpSpPr>
        <p:sp>
          <p:nvSpPr>
            <p:cNvPr id="12" name="Google Shape;12;p2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body" idx="1"/>
          </p:nvPr>
        </p:nvSpPr>
        <p:spPr>
          <a:xfrm>
            <a:off x="720000" y="1112200"/>
            <a:ext cx="7704000" cy="349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>
            <a:spLocks noGrp="1"/>
          </p:cNvSpPr>
          <p:nvPr>
            <p:ph type="subTitle" idx="1"/>
          </p:nvPr>
        </p:nvSpPr>
        <p:spPr>
          <a:xfrm>
            <a:off x="1786775" y="2952775"/>
            <a:ext cx="23865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2"/>
          </p:nvPr>
        </p:nvSpPr>
        <p:spPr>
          <a:xfrm>
            <a:off x="4970850" y="2952775"/>
            <a:ext cx="2386500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swald"/>
              <a:buNone/>
              <a:defRPr sz="22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ubTitle" idx="3"/>
          </p:nvPr>
        </p:nvSpPr>
        <p:spPr>
          <a:xfrm>
            <a:off x="1786625" y="3458825"/>
            <a:ext cx="2386500" cy="11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ubTitle" idx="4"/>
          </p:nvPr>
        </p:nvSpPr>
        <p:spPr>
          <a:xfrm>
            <a:off x="4970855" y="3458825"/>
            <a:ext cx="2386500" cy="11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713225" y="539496"/>
            <a:ext cx="77085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1321350" y="1039750"/>
            <a:ext cx="38664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body" idx="1"/>
          </p:nvPr>
        </p:nvSpPr>
        <p:spPr>
          <a:xfrm>
            <a:off x="1321350" y="1984800"/>
            <a:ext cx="3866400" cy="23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⏣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56" name="Google Shape;56;p7"/>
          <p:cNvGrpSpPr/>
          <p:nvPr/>
        </p:nvGrpSpPr>
        <p:grpSpPr>
          <a:xfrm flipH="1">
            <a:off x="-1145294" y="-39521"/>
            <a:ext cx="2029371" cy="4383847"/>
            <a:chOff x="7350442" y="2608992"/>
            <a:chExt cx="777239" cy="1673160"/>
          </a:xfrm>
        </p:grpSpPr>
        <p:sp>
          <p:nvSpPr>
            <p:cNvPr id="57" name="Google Shape;57;p7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7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7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7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7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7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7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7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>
            <a:spLocks noGrp="1"/>
          </p:cNvSpPr>
          <p:nvPr>
            <p:ph type="title"/>
          </p:nvPr>
        </p:nvSpPr>
        <p:spPr>
          <a:xfrm>
            <a:off x="1713900" y="1458900"/>
            <a:ext cx="5716200" cy="222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2916875" y="1499525"/>
            <a:ext cx="3357900" cy="57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ubTitle" idx="1"/>
          </p:nvPr>
        </p:nvSpPr>
        <p:spPr>
          <a:xfrm>
            <a:off x="2916875" y="2308375"/>
            <a:ext cx="3357900" cy="13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M Sans"/>
              <a:buNone/>
              <a:defRPr sz="2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3"/>
          <p:cNvSpPr txBox="1">
            <a:spLocks noGrp="1"/>
          </p:cNvSpPr>
          <p:nvPr>
            <p:ph type="title"/>
          </p:nvPr>
        </p:nvSpPr>
        <p:spPr>
          <a:xfrm>
            <a:off x="1849288" y="1728870"/>
            <a:ext cx="2336400" cy="36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title" idx="2" hasCustomPrompt="1"/>
          </p:nvPr>
        </p:nvSpPr>
        <p:spPr>
          <a:xfrm>
            <a:off x="695771" y="1749900"/>
            <a:ext cx="867300" cy="804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>
                <a:latin typeface="Oswald ExtraLight"/>
                <a:ea typeface="Oswald ExtraLight"/>
                <a:cs typeface="Oswald ExtraLight"/>
                <a:sym typeface="Oswald Extra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1"/>
          </p:nvPr>
        </p:nvSpPr>
        <p:spPr>
          <a:xfrm>
            <a:off x="1849288" y="2105212"/>
            <a:ext cx="2336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3"/>
          </p:nvPr>
        </p:nvSpPr>
        <p:spPr>
          <a:xfrm>
            <a:off x="6111838" y="1730349"/>
            <a:ext cx="2336400" cy="36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idx="4" hasCustomPrompt="1"/>
          </p:nvPr>
        </p:nvSpPr>
        <p:spPr>
          <a:xfrm>
            <a:off x="4961874" y="1749900"/>
            <a:ext cx="867300" cy="804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>
                <a:latin typeface="Oswald ExtraLight"/>
                <a:ea typeface="Oswald ExtraLight"/>
                <a:cs typeface="Oswald ExtraLight"/>
                <a:sym typeface="Oswald Extra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5"/>
          </p:nvPr>
        </p:nvSpPr>
        <p:spPr>
          <a:xfrm>
            <a:off x="6111838" y="2110350"/>
            <a:ext cx="23364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6"/>
          </p:nvPr>
        </p:nvSpPr>
        <p:spPr>
          <a:xfrm>
            <a:off x="1853038" y="3419068"/>
            <a:ext cx="2336400" cy="36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title" idx="7" hasCustomPrompt="1"/>
          </p:nvPr>
        </p:nvSpPr>
        <p:spPr>
          <a:xfrm>
            <a:off x="695771" y="3448775"/>
            <a:ext cx="867300" cy="804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>
                <a:latin typeface="Oswald ExtraLight"/>
                <a:ea typeface="Oswald ExtraLight"/>
                <a:cs typeface="Oswald ExtraLight"/>
                <a:sym typeface="Oswald Extra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8"/>
          </p:nvPr>
        </p:nvSpPr>
        <p:spPr>
          <a:xfrm>
            <a:off x="1853038" y="3800225"/>
            <a:ext cx="23364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9"/>
          </p:nvPr>
        </p:nvSpPr>
        <p:spPr>
          <a:xfrm>
            <a:off x="6111838" y="3421989"/>
            <a:ext cx="2336400" cy="361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13" hasCustomPrompt="1"/>
          </p:nvPr>
        </p:nvSpPr>
        <p:spPr>
          <a:xfrm>
            <a:off x="4961874" y="3453772"/>
            <a:ext cx="867300" cy="804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200">
                <a:latin typeface="Oswald ExtraLight"/>
                <a:ea typeface="Oswald ExtraLight"/>
                <a:cs typeface="Oswald ExtraLight"/>
                <a:sym typeface="Oswald Extra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14"/>
          </p:nvPr>
        </p:nvSpPr>
        <p:spPr>
          <a:xfrm>
            <a:off x="6111838" y="3797480"/>
            <a:ext cx="23364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15"/>
          </p:nvPr>
        </p:nvSpPr>
        <p:spPr>
          <a:xfrm>
            <a:off x="720000" y="539496"/>
            <a:ext cx="77040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1_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>
            <a:spLocks noGrp="1"/>
          </p:cNvSpPr>
          <p:nvPr>
            <p:ph type="title"/>
          </p:nvPr>
        </p:nvSpPr>
        <p:spPr>
          <a:xfrm>
            <a:off x="1584063" y="1543600"/>
            <a:ext cx="2337300" cy="391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40" name="Google Shape;140;p20"/>
          <p:cNvSpPr txBox="1">
            <a:spLocks noGrp="1"/>
          </p:cNvSpPr>
          <p:nvPr>
            <p:ph type="subTitle" idx="1"/>
          </p:nvPr>
        </p:nvSpPr>
        <p:spPr>
          <a:xfrm>
            <a:off x="1584063" y="1938600"/>
            <a:ext cx="2337300" cy="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1" name="Google Shape;141;p20"/>
          <p:cNvSpPr txBox="1">
            <a:spLocks noGrp="1"/>
          </p:cNvSpPr>
          <p:nvPr>
            <p:ph type="title" idx="2"/>
          </p:nvPr>
        </p:nvSpPr>
        <p:spPr>
          <a:xfrm>
            <a:off x="5704788" y="1543600"/>
            <a:ext cx="2340900" cy="391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42" name="Google Shape;142;p20"/>
          <p:cNvSpPr txBox="1">
            <a:spLocks noGrp="1"/>
          </p:cNvSpPr>
          <p:nvPr>
            <p:ph type="subTitle" idx="3"/>
          </p:nvPr>
        </p:nvSpPr>
        <p:spPr>
          <a:xfrm>
            <a:off x="5704788" y="1938600"/>
            <a:ext cx="2340900" cy="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3" name="Google Shape;143;p20"/>
          <p:cNvSpPr txBox="1">
            <a:spLocks noGrp="1"/>
          </p:cNvSpPr>
          <p:nvPr>
            <p:ph type="title" idx="4"/>
          </p:nvPr>
        </p:nvSpPr>
        <p:spPr>
          <a:xfrm>
            <a:off x="3644425" y="3290400"/>
            <a:ext cx="2337300" cy="393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44" name="Google Shape;144;p20"/>
          <p:cNvSpPr txBox="1">
            <a:spLocks noGrp="1"/>
          </p:cNvSpPr>
          <p:nvPr>
            <p:ph type="subTitle" idx="5"/>
          </p:nvPr>
        </p:nvSpPr>
        <p:spPr>
          <a:xfrm>
            <a:off x="3644425" y="3682009"/>
            <a:ext cx="2337300" cy="7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5" name="Google Shape;145;p20"/>
          <p:cNvSpPr txBox="1">
            <a:spLocks noGrp="1"/>
          </p:cNvSpPr>
          <p:nvPr>
            <p:ph type="title" idx="6"/>
          </p:nvPr>
        </p:nvSpPr>
        <p:spPr>
          <a:xfrm>
            <a:off x="720000" y="539500"/>
            <a:ext cx="77109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Font typeface="Oswald"/>
              <a:buNone/>
              <a:defRPr sz="34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_1_1_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>
            <a:spLocks noGrp="1"/>
          </p:cNvSpPr>
          <p:nvPr>
            <p:ph type="title"/>
          </p:nvPr>
        </p:nvSpPr>
        <p:spPr>
          <a:xfrm>
            <a:off x="1495425" y="1599975"/>
            <a:ext cx="1322100" cy="36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48" name="Google Shape;148;p21"/>
          <p:cNvSpPr txBox="1">
            <a:spLocks noGrp="1"/>
          </p:cNvSpPr>
          <p:nvPr>
            <p:ph type="subTitle" idx="1"/>
          </p:nvPr>
        </p:nvSpPr>
        <p:spPr>
          <a:xfrm>
            <a:off x="1495425" y="2003850"/>
            <a:ext cx="1322100" cy="6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49" name="Google Shape;149;p21"/>
          <p:cNvSpPr txBox="1">
            <a:spLocks noGrp="1"/>
          </p:cNvSpPr>
          <p:nvPr>
            <p:ph type="title" idx="2"/>
          </p:nvPr>
        </p:nvSpPr>
        <p:spPr>
          <a:xfrm>
            <a:off x="4211550" y="1599975"/>
            <a:ext cx="1322100" cy="36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50" name="Google Shape;150;p21"/>
          <p:cNvSpPr txBox="1">
            <a:spLocks noGrp="1"/>
          </p:cNvSpPr>
          <p:nvPr>
            <p:ph type="subTitle" idx="3"/>
          </p:nvPr>
        </p:nvSpPr>
        <p:spPr>
          <a:xfrm>
            <a:off x="4211550" y="2003850"/>
            <a:ext cx="1322100" cy="6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51" name="Google Shape;151;p21"/>
          <p:cNvSpPr txBox="1">
            <a:spLocks noGrp="1"/>
          </p:cNvSpPr>
          <p:nvPr>
            <p:ph type="title" idx="4"/>
          </p:nvPr>
        </p:nvSpPr>
        <p:spPr>
          <a:xfrm>
            <a:off x="1495425" y="3329975"/>
            <a:ext cx="1322100" cy="36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52" name="Google Shape;152;p21"/>
          <p:cNvSpPr txBox="1">
            <a:spLocks noGrp="1"/>
          </p:cNvSpPr>
          <p:nvPr>
            <p:ph type="subTitle" idx="5"/>
          </p:nvPr>
        </p:nvSpPr>
        <p:spPr>
          <a:xfrm>
            <a:off x="1495425" y="3733325"/>
            <a:ext cx="1322100" cy="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53" name="Google Shape;153;p21"/>
          <p:cNvSpPr txBox="1">
            <a:spLocks noGrp="1"/>
          </p:cNvSpPr>
          <p:nvPr>
            <p:ph type="title" idx="6"/>
          </p:nvPr>
        </p:nvSpPr>
        <p:spPr>
          <a:xfrm>
            <a:off x="4211550" y="3329974"/>
            <a:ext cx="1322100" cy="36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54" name="Google Shape;154;p21"/>
          <p:cNvSpPr txBox="1">
            <a:spLocks noGrp="1"/>
          </p:cNvSpPr>
          <p:nvPr>
            <p:ph type="subTitle" idx="7"/>
          </p:nvPr>
        </p:nvSpPr>
        <p:spPr>
          <a:xfrm>
            <a:off x="4211550" y="3733375"/>
            <a:ext cx="1322100" cy="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55" name="Google Shape;155;p21"/>
          <p:cNvSpPr txBox="1">
            <a:spLocks noGrp="1"/>
          </p:cNvSpPr>
          <p:nvPr>
            <p:ph type="title" idx="8"/>
          </p:nvPr>
        </p:nvSpPr>
        <p:spPr>
          <a:xfrm>
            <a:off x="6927550" y="1599975"/>
            <a:ext cx="1322100" cy="36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subTitle" idx="9"/>
          </p:nvPr>
        </p:nvSpPr>
        <p:spPr>
          <a:xfrm>
            <a:off x="6927675" y="2003838"/>
            <a:ext cx="1322100" cy="6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57" name="Google Shape;157;p21"/>
          <p:cNvSpPr txBox="1">
            <a:spLocks noGrp="1"/>
          </p:cNvSpPr>
          <p:nvPr>
            <p:ph type="title" idx="13"/>
          </p:nvPr>
        </p:nvSpPr>
        <p:spPr>
          <a:xfrm>
            <a:off x="6927675" y="3329974"/>
            <a:ext cx="1322100" cy="36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Oswald"/>
              <a:buNone/>
              <a:defRPr sz="22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58" name="Google Shape;158;p21"/>
          <p:cNvSpPr txBox="1">
            <a:spLocks noGrp="1"/>
          </p:cNvSpPr>
          <p:nvPr>
            <p:ph type="subTitle" idx="14"/>
          </p:nvPr>
        </p:nvSpPr>
        <p:spPr>
          <a:xfrm>
            <a:off x="6927675" y="3733375"/>
            <a:ext cx="1322100" cy="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59" name="Google Shape;159;p21"/>
          <p:cNvSpPr txBox="1">
            <a:spLocks noGrp="1"/>
          </p:cNvSpPr>
          <p:nvPr>
            <p:ph type="title" idx="15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_1_1_1_1">
    <p:bg>
      <p:bgPr>
        <a:gradFill>
          <a:gsLst>
            <a:gs pos="0">
              <a:schemeClr val="accent3"/>
            </a:gs>
            <a:gs pos="44000">
              <a:schemeClr val="accent4"/>
            </a:gs>
            <a:gs pos="100000">
              <a:schemeClr val="accent5"/>
            </a:gs>
          </a:gsLst>
          <a:lin ang="2698631" scaled="0"/>
        </a:gra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_1_1_1_2">
    <p:bg>
      <p:bgPr>
        <a:gradFill>
          <a:gsLst>
            <a:gs pos="0">
              <a:schemeClr val="accent2"/>
            </a:gs>
            <a:gs pos="36000">
              <a:schemeClr val="accent4"/>
            </a:gs>
            <a:gs pos="100000">
              <a:schemeClr val="accent4"/>
            </a:gs>
          </a:gsLst>
          <a:lin ang="2698631" scaled="0"/>
        </a:gra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5"/>
            </a:gs>
            <a:gs pos="48000">
              <a:schemeClr val="accent4"/>
            </a:gs>
            <a:gs pos="100000">
              <a:schemeClr val="accent2"/>
            </a:gs>
          </a:gsLst>
          <a:lin ang="2698631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496"/>
            <a:ext cx="77085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Oswald"/>
              <a:buNone/>
              <a:defRPr sz="3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8" r:id="rId7"/>
    <p:sldLayoutId id="2147483659" r:id="rId8"/>
    <p:sldLayoutId id="2147483666" r:id="rId9"/>
    <p:sldLayoutId id="2147483667" r:id="rId10"/>
    <p:sldLayoutId id="2147483671" r:id="rId11"/>
    <p:sldLayoutId id="214748367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0"/>
          <p:cNvSpPr txBox="1">
            <a:spLocks noGrp="1"/>
          </p:cNvSpPr>
          <p:nvPr>
            <p:ph type="ctrTitle"/>
          </p:nvPr>
        </p:nvSpPr>
        <p:spPr>
          <a:xfrm>
            <a:off x="455898" y="1206005"/>
            <a:ext cx="4682246" cy="4131437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" sz="6000" dirty="0">
                <a:solidFill>
                  <a:schemeClr val="accent1"/>
                </a:solidFill>
              </a:rPr>
              <a:t>INTELLITRACE</a:t>
            </a:r>
            <a:r>
              <a:rPr lang="en" dirty="0">
                <a:solidFill>
                  <a:schemeClr val="accent1"/>
                </a:solidFill>
              </a:rPr>
              <a:t> </a:t>
            </a:r>
            <a:br>
              <a:rPr lang="en" dirty="0">
                <a:solidFill>
                  <a:schemeClr val="accent1"/>
                </a:solidFill>
              </a:rPr>
            </a:br>
            <a:r>
              <a:rPr lang="en" sz="3200" dirty="0">
                <a:solidFill>
                  <a:schemeClr val="accent1"/>
                </a:solidFill>
              </a:rPr>
              <a:t>HACKATHON  2026</a:t>
            </a:r>
            <a:br>
              <a:rPr lang="en" dirty="0">
                <a:solidFill>
                  <a:schemeClr val="accent1"/>
                </a:solidFill>
              </a:rPr>
            </a:br>
            <a:br>
              <a:rPr lang="en" dirty="0">
                <a:solidFill>
                  <a:schemeClr val="accent1"/>
                </a:solidFill>
              </a:rPr>
            </a:br>
            <a:r>
              <a:rPr lang="en" dirty="0">
                <a:solidFill>
                  <a:schemeClr val="accent1"/>
                </a:solidFill>
              </a:rPr>
              <a:t>finVerse</a:t>
            </a:r>
            <a:br>
              <a:rPr lang="en" dirty="0">
                <a:solidFill>
                  <a:schemeClr val="accent1"/>
                </a:solidFill>
              </a:rPr>
            </a:br>
            <a:r>
              <a:rPr lang="en" sz="2000" dirty="0">
                <a:solidFill>
                  <a:schemeClr val="accent1"/>
                </a:solidFill>
              </a:rPr>
              <a:t>- CLARITY IN EVERY TRANSACTIONS -</a:t>
            </a:r>
            <a:br>
              <a:rPr lang="en" dirty="0">
                <a:solidFill>
                  <a:schemeClr val="accent1"/>
                </a:solidFill>
              </a:rPr>
            </a:br>
            <a:endParaRPr dirty="0"/>
          </a:p>
        </p:txBody>
      </p:sp>
      <p:pic>
        <p:nvPicPr>
          <p:cNvPr id="231" name="Google Shape;23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9653" y="472965"/>
            <a:ext cx="439239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VIT">
            <a:extLst>
              <a:ext uri="{FF2B5EF4-FFF2-40B4-BE49-F238E27FC236}">
                <a16:creationId xmlns:a16="http://schemas.microsoft.com/office/drawing/2014/main" id="{F2138524-C49F-9CC0-BA13-55F840813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6" y="130451"/>
            <a:ext cx="1328027" cy="73304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pic>
      <p:pic>
        <p:nvPicPr>
          <p:cNvPr id="1028" name="Picture 4" descr="Indian Bank">
            <a:extLst>
              <a:ext uri="{FF2B5EF4-FFF2-40B4-BE49-F238E27FC236}">
                <a16:creationId xmlns:a16="http://schemas.microsoft.com/office/drawing/2014/main" id="{D7DB866D-246C-E27B-573A-E07C36E02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37" b="20754"/>
          <a:stretch>
            <a:fillRect/>
          </a:stretch>
        </p:blipFill>
        <p:spPr bwMode="auto">
          <a:xfrm>
            <a:off x="4357990" y="147855"/>
            <a:ext cx="1560309" cy="73304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pic>
      <p:pic>
        <p:nvPicPr>
          <p:cNvPr id="1032" name="Picture 8" descr="Finance Club">
            <a:extLst>
              <a:ext uri="{FF2B5EF4-FFF2-40B4-BE49-F238E27FC236}">
                <a16:creationId xmlns:a16="http://schemas.microsoft.com/office/drawing/2014/main" id="{B720B80D-AC90-7695-EE15-F2D20FB2C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4077" y="130451"/>
            <a:ext cx="1723589" cy="73304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>
            <a:spLocks noGrp="1"/>
          </p:cNvSpPr>
          <p:nvPr>
            <p:ph type="title"/>
          </p:nvPr>
        </p:nvSpPr>
        <p:spPr>
          <a:xfrm>
            <a:off x="3132383" y="370887"/>
            <a:ext cx="2879234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DETAILS OF</a:t>
            </a:r>
            <a:r>
              <a:rPr lang="en" dirty="0">
                <a:solidFill>
                  <a:schemeClr val="accent1"/>
                </a:solidFill>
              </a:rPr>
              <a:t> TEAM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37" name="Google Shape;237;p31"/>
          <p:cNvSpPr txBox="1">
            <a:spLocks noGrp="1"/>
          </p:cNvSpPr>
          <p:nvPr>
            <p:ph type="body" idx="1"/>
          </p:nvPr>
        </p:nvSpPr>
        <p:spPr>
          <a:xfrm>
            <a:off x="720000" y="1112200"/>
            <a:ext cx="7704000" cy="349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>
                <a:schemeClr val="lt2"/>
              </a:buClr>
              <a:buSzPts val="1100"/>
              <a:buNone/>
            </a:pPr>
            <a:r>
              <a:rPr lang="en-IN" sz="1600" b="1" dirty="0"/>
              <a:t>PROBLEM STATEMENT -  </a:t>
            </a:r>
            <a:r>
              <a:rPr lang="en-US" sz="1400" b="1" dirty="0"/>
              <a:t>Multi-Tier Supply Chain Fraud Detection and Management</a:t>
            </a:r>
          </a:p>
          <a:p>
            <a:pPr marL="0" indent="0">
              <a:buClr>
                <a:schemeClr val="lt2"/>
              </a:buClr>
              <a:buSzPts val="1100"/>
              <a:buNone/>
            </a:pPr>
            <a:endParaRPr lang="en-US" b="1" dirty="0"/>
          </a:p>
          <a:p>
            <a:pPr marL="0" indent="0">
              <a:buClr>
                <a:schemeClr val="lt2"/>
              </a:buClr>
              <a:buSzPts val="1100"/>
              <a:buNone/>
            </a:pPr>
            <a:r>
              <a:rPr lang="en-US" sz="1600" b="1" dirty="0"/>
              <a:t>TEAM NAME - </a:t>
            </a:r>
            <a:r>
              <a:rPr lang="en-US" sz="1400" b="1" dirty="0" err="1"/>
              <a:t>finVerse</a:t>
            </a:r>
            <a:endParaRPr lang="en-US" sz="1400" b="1" dirty="0"/>
          </a:p>
          <a:p>
            <a:pPr marL="0" indent="0">
              <a:buClr>
                <a:schemeClr val="lt2"/>
              </a:buClr>
              <a:buSzPts val="1100"/>
              <a:buNone/>
            </a:pPr>
            <a:endParaRPr lang="en-US" sz="1400" b="1" dirty="0"/>
          </a:p>
          <a:p>
            <a:pPr marL="0" indent="0">
              <a:buClr>
                <a:schemeClr val="lt2"/>
              </a:buClr>
              <a:buSzPts val="1100"/>
              <a:buNone/>
            </a:pPr>
            <a:r>
              <a:rPr lang="en-US" sz="1600" b="1" dirty="0"/>
              <a:t>CATEGORY – </a:t>
            </a:r>
            <a:r>
              <a:rPr lang="en-US" sz="1400" b="1" dirty="0"/>
              <a:t>SOFTWARE</a:t>
            </a:r>
          </a:p>
          <a:p>
            <a:pPr marL="0" indent="0">
              <a:buClr>
                <a:schemeClr val="lt2"/>
              </a:buClr>
              <a:buSzPts val="1100"/>
              <a:buNone/>
            </a:pPr>
            <a:endParaRPr lang="en-US" sz="1400" b="1" dirty="0"/>
          </a:p>
          <a:p>
            <a:pPr marL="0" indent="0">
              <a:buClr>
                <a:schemeClr val="lt2"/>
              </a:buClr>
              <a:buSzPts val="1100"/>
              <a:buNone/>
            </a:pPr>
            <a:r>
              <a:rPr lang="en-US" sz="1600" b="1" dirty="0"/>
              <a:t>TEAM MEMBERS -  </a:t>
            </a:r>
            <a:r>
              <a:rPr lang="en-US" sz="1400" b="1" dirty="0"/>
              <a:t>APURBA DAS </a:t>
            </a:r>
          </a:p>
          <a:p>
            <a:pPr marL="0" indent="0">
              <a:buClr>
                <a:schemeClr val="lt2"/>
              </a:buClr>
              <a:buSzPts val="1100"/>
              <a:buNone/>
            </a:pPr>
            <a:r>
              <a:rPr lang="en-US" sz="1400" b="1" dirty="0"/>
              <a:t>                                           DEEPAK JAIN</a:t>
            </a:r>
          </a:p>
          <a:p>
            <a:pPr marL="0" indent="0">
              <a:buClr>
                <a:schemeClr val="lt2"/>
              </a:buClr>
              <a:buSzPts val="1100"/>
              <a:buNone/>
            </a:pPr>
            <a:r>
              <a:rPr lang="en-US" sz="1400" b="1" dirty="0"/>
              <a:t>                                           NEERAK KUMAR</a:t>
            </a:r>
          </a:p>
          <a:p>
            <a:pPr marL="0" indent="0">
              <a:buClr>
                <a:schemeClr val="lt2"/>
              </a:buClr>
              <a:buSzPts val="1100"/>
              <a:buNone/>
            </a:pPr>
            <a:r>
              <a:rPr lang="en-US" sz="1400" b="1" dirty="0"/>
              <a:t>                                           VANSH AHUJA</a:t>
            </a:r>
          </a:p>
          <a:p>
            <a:pPr marL="0" indent="0">
              <a:buClr>
                <a:schemeClr val="lt2"/>
              </a:buClr>
              <a:buSzPts val="1100"/>
              <a:buNone/>
            </a:pPr>
            <a:endParaRPr lang="en-US" sz="1400" b="1" dirty="0"/>
          </a:p>
          <a:p>
            <a:pPr marL="0" indent="0">
              <a:buClr>
                <a:schemeClr val="lt2"/>
              </a:buClr>
              <a:buSzPts val="1100"/>
              <a:buNone/>
            </a:pPr>
            <a:endParaRPr lang="en-US" sz="1400" b="1" dirty="0"/>
          </a:p>
          <a:p>
            <a:pPr marL="0" indent="0">
              <a:buClr>
                <a:schemeClr val="lt2"/>
              </a:buClr>
              <a:buSzPts val="1100"/>
              <a:buNone/>
            </a:pPr>
            <a:r>
              <a:rPr lang="en-US" sz="1600" b="1" dirty="0"/>
              <a:t>UNIVERSITY NAME - </a:t>
            </a:r>
            <a:r>
              <a:rPr lang="en-US" sz="1400" b="1" dirty="0"/>
              <a:t>VELLORE INSTITUTE OF TECHNOLOGY , BHOPAL</a:t>
            </a:r>
          </a:p>
          <a:p>
            <a:pPr marL="0" indent="0">
              <a:buClr>
                <a:schemeClr val="lt2"/>
              </a:buClr>
              <a:buSzPts val="1100"/>
              <a:buNone/>
            </a:pPr>
            <a:endParaRPr lang="en-US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endParaRPr sz="16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>
            <a:spLocks noGrp="1"/>
          </p:cNvSpPr>
          <p:nvPr>
            <p:ph type="title" idx="2"/>
          </p:nvPr>
        </p:nvSpPr>
        <p:spPr>
          <a:xfrm>
            <a:off x="2358391" y="1380948"/>
            <a:ext cx="768463" cy="63575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02</a:t>
            </a:r>
            <a:endParaRPr sz="4000" dirty="0"/>
          </a:p>
        </p:txBody>
      </p:sp>
      <p:sp>
        <p:nvSpPr>
          <p:cNvPr id="254" name="Google Shape;254;p32"/>
          <p:cNvSpPr txBox="1">
            <a:spLocks noGrp="1"/>
          </p:cNvSpPr>
          <p:nvPr>
            <p:ph type="title" idx="15"/>
          </p:nvPr>
        </p:nvSpPr>
        <p:spPr>
          <a:xfrm>
            <a:off x="720000" y="539496"/>
            <a:ext cx="77040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</a:t>
            </a:r>
            <a:r>
              <a:rPr lang="en" dirty="0">
                <a:solidFill>
                  <a:schemeClr val="accent1"/>
                </a:solidFill>
              </a:rPr>
              <a:t>STATEMENT</a:t>
            </a:r>
            <a:endParaRPr dirty="0">
              <a:solidFill>
                <a:schemeClr val="accent1"/>
              </a:solidFill>
            </a:endParaRPr>
          </a:p>
        </p:txBody>
      </p:sp>
      <p:cxnSp>
        <p:nvCxnSpPr>
          <p:cNvPr id="258" name="Google Shape;258;p32"/>
          <p:cNvCxnSpPr/>
          <p:nvPr/>
        </p:nvCxnSpPr>
        <p:spPr>
          <a:xfrm>
            <a:off x="3186201" y="1259313"/>
            <a:ext cx="0" cy="864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200025" dist="19050" dir="2640000" algn="bl" rotWithShape="0">
              <a:schemeClr val="accent1">
                <a:alpha val="68000"/>
              </a:schemeClr>
            </a:outerShdw>
          </a:effectLst>
        </p:spPr>
      </p:cxnSp>
      <p:grpSp>
        <p:nvGrpSpPr>
          <p:cNvPr id="260" name="Google Shape;260;p32"/>
          <p:cNvGrpSpPr/>
          <p:nvPr/>
        </p:nvGrpSpPr>
        <p:grpSpPr>
          <a:xfrm rot="-5400000" flipH="1">
            <a:off x="681702" y="-681704"/>
            <a:ext cx="1182802" cy="2546215"/>
            <a:chOff x="7350442" y="2608992"/>
            <a:chExt cx="777239" cy="1673160"/>
          </a:xfrm>
        </p:grpSpPr>
        <p:sp>
          <p:nvSpPr>
            <p:cNvPr id="261" name="Google Shape;261;p32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32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32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32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32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32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32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32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9" name="Google Shape;269;p32"/>
          <p:cNvGrpSpPr/>
          <p:nvPr/>
        </p:nvGrpSpPr>
        <p:grpSpPr>
          <a:xfrm rot="5400000">
            <a:off x="7363145" y="-686153"/>
            <a:ext cx="1182802" cy="2555083"/>
            <a:chOff x="7350442" y="2608992"/>
            <a:chExt cx="777239" cy="1673160"/>
          </a:xfrm>
        </p:grpSpPr>
        <p:sp>
          <p:nvSpPr>
            <p:cNvPr id="270" name="Google Shape;270;p32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32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32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32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32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32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32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32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63EFC818-C9C0-6D05-73F2-A94C3627B00A}"/>
              </a:ext>
            </a:extLst>
          </p:cNvPr>
          <p:cNvSpPr txBox="1"/>
          <p:nvPr/>
        </p:nvSpPr>
        <p:spPr>
          <a:xfrm>
            <a:off x="3304895" y="1429703"/>
            <a:ext cx="48184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Clr>
                <a:schemeClr val="lt2"/>
              </a:buClr>
              <a:buSzPts val="1100"/>
              <a:buNone/>
            </a:pPr>
            <a:r>
              <a:rPr lang="en-US" sz="1400" b="1" dirty="0">
                <a:solidFill>
                  <a:schemeClr val="tx1"/>
                </a:solidFill>
              </a:rPr>
              <a:t>Multi-Tier Supply Chain Fraud Detection and Management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856A32-D479-D6BC-31CD-C1A7ED7D1282}"/>
              </a:ext>
            </a:extLst>
          </p:cNvPr>
          <p:cNvSpPr txBox="1"/>
          <p:nvPr/>
        </p:nvSpPr>
        <p:spPr>
          <a:xfrm>
            <a:off x="750915" y="2165472"/>
            <a:ext cx="782942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chemeClr val="tx1"/>
                </a:solidFill>
                <a:effectLst/>
                <a:latin typeface="Plus Jakarta Sans"/>
              </a:rPr>
              <a:t>In multi-tier supply chain finance (Tier 1→Tier 2→Tier 3), a Tier 1 supplier fabricated 340 phantom invoices (~$47M). Each invoice looked legitimate individually, but cross-tier cascading triggered repeated financing, multiplying exposure. Traditional invoice checks failed because the fraud becomes visible only through network-level correlation.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460034-D24C-4ED3-FD8B-C0A640776706}"/>
              </a:ext>
            </a:extLst>
          </p:cNvPr>
          <p:cNvSpPr txBox="1"/>
          <p:nvPr/>
        </p:nvSpPr>
        <p:spPr>
          <a:xfrm>
            <a:off x="2676020" y="3268351"/>
            <a:ext cx="3979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u="sng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WHY THIS PROBLEM MATTERS</a:t>
            </a:r>
            <a:endParaRPr lang="en-IN" sz="1800" b="1" u="sng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B8FA2C-287D-238B-99DF-8ACE39E08ED1}"/>
              </a:ext>
            </a:extLst>
          </p:cNvPr>
          <p:cNvSpPr txBox="1"/>
          <p:nvPr/>
        </p:nvSpPr>
        <p:spPr>
          <a:xfrm>
            <a:off x="2180050" y="3884187"/>
            <a:ext cx="49711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$4 BILLION LOST ANNUALLY IN INVOICE FRAUD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PHANTOM INVOICING &amp; DUPLICATE FINANCING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NO VISIBILITY BEYOND TIER-1 SUPPLIERS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CASCADING FINANCIAL EXPOSURE</a:t>
            </a:r>
            <a:endParaRPr lang="en-IN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p33"/>
          <p:cNvGrpSpPr/>
          <p:nvPr/>
        </p:nvGrpSpPr>
        <p:grpSpPr>
          <a:xfrm flipH="1">
            <a:off x="232954" y="7"/>
            <a:ext cx="1423548" cy="3741186"/>
            <a:chOff x="7350442" y="2608992"/>
            <a:chExt cx="636650" cy="1673160"/>
          </a:xfrm>
        </p:grpSpPr>
        <p:sp>
          <p:nvSpPr>
            <p:cNvPr id="283" name="Google Shape;283;p33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33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33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33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33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33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33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0" name="Google Shape;290;p33"/>
          <p:cNvGrpSpPr/>
          <p:nvPr/>
        </p:nvGrpSpPr>
        <p:grpSpPr>
          <a:xfrm>
            <a:off x="7517149" y="6"/>
            <a:ext cx="1393881" cy="3663217"/>
            <a:chOff x="7350442" y="2608992"/>
            <a:chExt cx="636650" cy="1673160"/>
          </a:xfrm>
        </p:grpSpPr>
        <p:sp>
          <p:nvSpPr>
            <p:cNvPr id="291" name="Google Shape;291;p33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33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33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33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33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33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33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8" name="Google Shape;298;p33"/>
          <p:cNvSpPr/>
          <p:nvPr/>
        </p:nvSpPr>
        <p:spPr>
          <a:xfrm>
            <a:off x="5729265" y="1362772"/>
            <a:ext cx="1069500" cy="1069500"/>
          </a:xfrm>
          <a:prstGeom prst="ellipse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19050" dir="5400000" algn="bl" rotWithShape="0">
              <a:srgbClr val="98FAFC">
                <a:alpha val="56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rgbClr val="FFFFFF"/>
              </a:solidFill>
              <a:latin typeface="Oswald ExtraLight"/>
              <a:ea typeface="Oswald ExtraLight"/>
              <a:cs typeface="Oswald ExtraLight"/>
              <a:sym typeface="Oswald ExtraLight"/>
            </a:endParaRPr>
          </a:p>
        </p:txBody>
      </p:sp>
      <p:sp>
        <p:nvSpPr>
          <p:cNvPr id="299" name="Google Shape;299;p33"/>
          <p:cNvSpPr txBox="1">
            <a:spLocks noGrp="1"/>
          </p:cNvSpPr>
          <p:nvPr>
            <p:ph type="subTitle" idx="3"/>
          </p:nvPr>
        </p:nvSpPr>
        <p:spPr>
          <a:xfrm>
            <a:off x="1451886" y="3244207"/>
            <a:ext cx="3018237" cy="114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/>
              <a:t>MANUAL INVOICE VERIFICATION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/>
              <a:t>RULE-BASED FRAUD DETECTION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/>
              <a:t>BANK LEVEL MONITORING</a:t>
            </a:r>
            <a:endParaRPr dirty="0"/>
          </a:p>
        </p:txBody>
      </p:sp>
      <p:sp>
        <p:nvSpPr>
          <p:cNvPr id="300" name="Google Shape;300;p33"/>
          <p:cNvSpPr txBox="1">
            <a:spLocks noGrp="1"/>
          </p:cNvSpPr>
          <p:nvPr>
            <p:ph type="subTitle" idx="1"/>
          </p:nvPr>
        </p:nvSpPr>
        <p:spPr>
          <a:xfrm>
            <a:off x="1801591" y="2678907"/>
            <a:ext cx="2386500" cy="34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CURRENT APPROACH</a:t>
            </a:r>
            <a:endParaRPr dirty="0"/>
          </a:p>
        </p:txBody>
      </p:sp>
      <p:sp>
        <p:nvSpPr>
          <p:cNvPr id="301" name="Google Shape;301;p33"/>
          <p:cNvSpPr txBox="1">
            <a:spLocks noGrp="1"/>
          </p:cNvSpPr>
          <p:nvPr>
            <p:ph type="subTitle" idx="2"/>
          </p:nvPr>
        </p:nvSpPr>
        <p:spPr>
          <a:xfrm>
            <a:off x="5038778" y="2678907"/>
            <a:ext cx="2386500" cy="34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LIMITATIONS</a:t>
            </a:r>
            <a:endParaRPr dirty="0"/>
          </a:p>
        </p:txBody>
      </p:sp>
      <p:sp>
        <p:nvSpPr>
          <p:cNvPr id="302" name="Google Shape;302;p33"/>
          <p:cNvSpPr txBox="1">
            <a:spLocks noGrp="1"/>
          </p:cNvSpPr>
          <p:nvPr>
            <p:ph type="subTitle" idx="4"/>
          </p:nvPr>
        </p:nvSpPr>
        <p:spPr>
          <a:xfrm>
            <a:off x="4960160" y="3244207"/>
            <a:ext cx="2997009" cy="114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/>
              <a:t>SLOW AND ERROR-PRONE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/>
              <a:t>CANNOT DETECT HIDDEN NETWORK FRAUD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/>
              <a:t>NO MULTI-TIRE VISIBILITY</a:t>
            </a:r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  <p:sp>
        <p:nvSpPr>
          <p:cNvPr id="303" name="Google Shape;303;p33"/>
          <p:cNvSpPr txBox="1">
            <a:spLocks noGrp="1"/>
          </p:cNvSpPr>
          <p:nvPr>
            <p:ph type="title"/>
          </p:nvPr>
        </p:nvSpPr>
        <p:spPr>
          <a:xfrm>
            <a:off x="729400" y="264465"/>
            <a:ext cx="77085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accent1"/>
                </a:solidFill>
              </a:rPr>
              <a:t>LIMITATIONS OF CURRENT SYSTEMS</a:t>
            </a:r>
            <a:endParaRPr sz="2800" dirty="0">
              <a:solidFill>
                <a:schemeClr val="accent1"/>
              </a:solidFill>
            </a:endParaRPr>
          </a:p>
        </p:txBody>
      </p:sp>
      <p:sp>
        <p:nvSpPr>
          <p:cNvPr id="312" name="Google Shape;312;p33"/>
          <p:cNvSpPr/>
          <p:nvPr/>
        </p:nvSpPr>
        <p:spPr>
          <a:xfrm>
            <a:off x="2439054" y="1289595"/>
            <a:ext cx="1069500" cy="1069500"/>
          </a:xfrm>
          <a:prstGeom prst="ellipse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19050" dir="5400000" algn="bl" rotWithShape="0">
              <a:srgbClr val="98FAFC">
                <a:alpha val="56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rgbClr val="FFFFFF"/>
              </a:solidFill>
              <a:latin typeface="Oswald ExtraLight"/>
              <a:ea typeface="Oswald ExtraLight"/>
              <a:cs typeface="Oswald ExtraLight"/>
              <a:sym typeface="Oswald ExtraLight"/>
            </a:endParaRPr>
          </a:p>
        </p:txBody>
      </p:sp>
      <p:cxnSp>
        <p:nvCxnSpPr>
          <p:cNvPr id="321" name="Google Shape;321;p33"/>
          <p:cNvCxnSpPr/>
          <p:nvPr/>
        </p:nvCxnSpPr>
        <p:spPr>
          <a:xfrm>
            <a:off x="4572000" y="1578138"/>
            <a:ext cx="0" cy="30297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14300" dist="19050" dir="2640000" algn="bl" rotWithShape="0">
              <a:schemeClr val="accent1">
                <a:alpha val="76000"/>
              </a:schemeClr>
            </a:outerShdw>
          </a:effectLst>
        </p:spPr>
      </p:cxnSp>
      <p:pic>
        <p:nvPicPr>
          <p:cNvPr id="1026" name="Picture 2" descr="How to Enhance Fraud Detection in Digital Payments – A Guide for Banks">
            <a:extLst>
              <a:ext uri="{FF2B5EF4-FFF2-40B4-BE49-F238E27FC236}">
                <a16:creationId xmlns:a16="http://schemas.microsoft.com/office/drawing/2014/main" id="{9241605C-9893-9F79-155A-147602D81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4992" y="1329502"/>
            <a:ext cx="1017624" cy="1017624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oney Bag With Dollar Symbol Vector SVG ...">
            <a:extLst>
              <a:ext uri="{FF2B5EF4-FFF2-40B4-BE49-F238E27FC236}">
                <a16:creationId xmlns:a16="http://schemas.microsoft.com/office/drawing/2014/main" id="{AAE71597-DEA7-5828-2BAE-56032382B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5991" y="1397960"/>
            <a:ext cx="1042774" cy="999124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" name="Google Shape;326;p34"/>
          <p:cNvGrpSpPr/>
          <p:nvPr/>
        </p:nvGrpSpPr>
        <p:grpSpPr>
          <a:xfrm flipH="1">
            <a:off x="-1404390" y="-1236759"/>
            <a:ext cx="1923589" cy="4155628"/>
            <a:chOff x="7350442" y="2608992"/>
            <a:chExt cx="777239" cy="1673160"/>
          </a:xfrm>
        </p:grpSpPr>
        <p:sp>
          <p:nvSpPr>
            <p:cNvPr id="327" name="Google Shape;327;p34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34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34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34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34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34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34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34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5" name="Google Shape;335;p34"/>
          <p:cNvGrpSpPr/>
          <p:nvPr/>
        </p:nvGrpSpPr>
        <p:grpSpPr>
          <a:xfrm rot="5400000">
            <a:off x="9319359" y="-1329189"/>
            <a:ext cx="1923589" cy="4155628"/>
            <a:chOff x="7350442" y="2608992"/>
            <a:chExt cx="777239" cy="1673160"/>
          </a:xfrm>
        </p:grpSpPr>
        <p:sp>
          <p:nvSpPr>
            <p:cNvPr id="336" name="Google Shape;336;p34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34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34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34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34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34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34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34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4" name="Google Shape;344;p34"/>
          <p:cNvSpPr/>
          <p:nvPr/>
        </p:nvSpPr>
        <p:spPr>
          <a:xfrm>
            <a:off x="940661" y="261045"/>
            <a:ext cx="7184508" cy="4270936"/>
          </a:xfrm>
          <a:prstGeom prst="roundRect">
            <a:avLst>
              <a:gd name="adj" fmla="val 11903"/>
            </a:avLst>
          </a:prstGeom>
          <a:solidFill>
            <a:schemeClr val="accent4"/>
          </a:solidFill>
          <a:ln w="19050" cap="flat" cmpd="sng">
            <a:solidFill>
              <a:srgbClr val="3FF5E1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19050" dir="5400000" algn="bl" rotWithShape="0">
              <a:srgbClr val="98FAFC">
                <a:alpha val="9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5" name="Google Shape;345;p34"/>
          <p:cNvSpPr txBox="1">
            <a:spLocks noGrp="1"/>
          </p:cNvSpPr>
          <p:nvPr>
            <p:ph type="title"/>
          </p:nvPr>
        </p:nvSpPr>
        <p:spPr>
          <a:xfrm>
            <a:off x="1802210" y="409022"/>
            <a:ext cx="5450025" cy="57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INTRODUCING finVerse</a:t>
            </a:r>
            <a:endParaRPr dirty="0"/>
          </a:p>
        </p:txBody>
      </p:sp>
      <p:sp>
        <p:nvSpPr>
          <p:cNvPr id="346" name="Google Shape;346;p34"/>
          <p:cNvSpPr txBox="1">
            <a:spLocks noGrp="1"/>
          </p:cNvSpPr>
          <p:nvPr>
            <p:ph type="subTitle" idx="1"/>
          </p:nvPr>
        </p:nvSpPr>
        <p:spPr>
          <a:xfrm>
            <a:off x="1251870" y="1136613"/>
            <a:ext cx="6536987" cy="311182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/>
            <a:r>
              <a:rPr lang="en-US" dirty="0"/>
              <a:t> </a:t>
            </a:r>
            <a:r>
              <a:rPr lang="en" dirty="0"/>
              <a:t>finVerse </a:t>
            </a:r>
            <a:r>
              <a:rPr lang="en-US" dirty="0"/>
              <a:t>is an AI powered graph based fraud detection system that analyzes multi-tier supply chain relationships in real time to detect hidden financial risks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 </a:t>
            </a:r>
            <a:r>
              <a:rPr lang="en-US" b="1" u="sng" dirty="0"/>
              <a:t>KEY FEATURES</a:t>
            </a:r>
            <a:r>
              <a:rPr lang="en-US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Graph Intelligent engine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Real-time risk Scoring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   </a:t>
            </a:r>
            <a:r>
              <a:rPr lang="en-US" sz="1400" dirty="0"/>
              <a:t>Duplicate invoice Detection </a:t>
            </a:r>
            <a:endParaRPr lang="en-US"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" name="Google Shape;326;p34">
            <a:extLst>
              <a:ext uri="{FF2B5EF4-FFF2-40B4-BE49-F238E27FC236}">
                <a16:creationId xmlns:a16="http://schemas.microsoft.com/office/drawing/2014/main" id="{8299290F-458D-6429-D9C4-D8C800FCF453}"/>
              </a:ext>
            </a:extLst>
          </p:cNvPr>
          <p:cNvGrpSpPr/>
          <p:nvPr/>
        </p:nvGrpSpPr>
        <p:grpSpPr>
          <a:xfrm rot="16200000" flipH="1">
            <a:off x="-961795" y="3224713"/>
            <a:ext cx="1923589" cy="4155628"/>
            <a:chOff x="7350442" y="2608992"/>
            <a:chExt cx="777239" cy="1673160"/>
          </a:xfrm>
        </p:grpSpPr>
        <p:sp>
          <p:nvSpPr>
            <p:cNvPr id="3" name="Google Shape;327;p34">
              <a:extLst>
                <a:ext uri="{FF2B5EF4-FFF2-40B4-BE49-F238E27FC236}">
                  <a16:creationId xmlns:a16="http://schemas.microsoft.com/office/drawing/2014/main" id="{0B8B5B13-443B-AACD-0BFD-79EB2D895DAD}"/>
                </a:ext>
              </a:extLst>
            </p:cNvPr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328;p34">
              <a:extLst>
                <a:ext uri="{FF2B5EF4-FFF2-40B4-BE49-F238E27FC236}">
                  <a16:creationId xmlns:a16="http://schemas.microsoft.com/office/drawing/2014/main" id="{366C8815-3511-18CD-BA6B-FDB4E163A963}"/>
                </a:ext>
              </a:extLst>
            </p:cNvPr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329;p34">
              <a:extLst>
                <a:ext uri="{FF2B5EF4-FFF2-40B4-BE49-F238E27FC236}">
                  <a16:creationId xmlns:a16="http://schemas.microsoft.com/office/drawing/2014/main" id="{84FDD3AA-2A1D-4E40-CC84-F9999A46D3A6}"/>
                </a:ext>
              </a:extLst>
            </p:cNvPr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330;p34">
              <a:extLst>
                <a:ext uri="{FF2B5EF4-FFF2-40B4-BE49-F238E27FC236}">
                  <a16:creationId xmlns:a16="http://schemas.microsoft.com/office/drawing/2014/main" id="{CDF1AC04-E8C5-1646-435D-9F2012C4FAE7}"/>
                </a:ext>
              </a:extLst>
            </p:cNvPr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331;p34">
              <a:extLst>
                <a:ext uri="{FF2B5EF4-FFF2-40B4-BE49-F238E27FC236}">
                  <a16:creationId xmlns:a16="http://schemas.microsoft.com/office/drawing/2014/main" id="{20474189-0550-5587-5822-740C9B8B3D1B}"/>
                </a:ext>
              </a:extLst>
            </p:cNvPr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332;p34">
              <a:extLst>
                <a:ext uri="{FF2B5EF4-FFF2-40B4-BE49-F238E27FC236}">
                  <a16:creationId xmlns:a16="http://schemas.microsoft.com/office/drawing/2014/main" id="{868B97E9-E7F8-ECA5-D6F2-CF55698B1C77}"/>
                </a:ext>
              </a:extLst>
            </p:cNvPr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333;p34">
              <a:extLst>
                <a:ext uri="{FF2B5EF4-FFF2-40B4-BE49-F238E27FC236}">
                  <a16:creationId xmlns:a16="http://schemas.microsoft.com/office/drawing/2014/main" id="{C7911260-4131-FCC5-AB18-998B11A4BA4B}"/>
                </a:ext>
              </a:extLst>
            </p:cNvPr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334;p34">
              <a:extLst>
                <a:ext uri="{FF2B5EF4-FFF2-40B4-BE49-F238E27FC236}">
                  <a16:creationId xmlns:a16="http://schemas.microsoft.com/office/drawing/2014/main" id="{2F1FD11D-4150-5C04-432C-3DB08D95A2C4}"/>
                </a:ext>
              </a:extLst>
            </p:cNvPr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" name="Google Shape;326;p34">
            <a:extLst>
              <a:ext uri="{FF2B5EF4-FFF2-40B4-BE49-F238E27FC236}">
                <a16:creationId xmlns:a16="http://schemas.microsoft.com/office/drawing/2014/main" id="{6AEAA2FB-1FE1-6761-6CAD-F06912BFC7C8}"/>
              </a:ext>
            </a:extLst>
          </p:cNvPr>
          <p:cNvGrpSpPr/>
          <p:nvPr/>
        </p:nvGrpSpPr>
        <p:grpSpPr>
          <a:xfrm rot="10800000" flipH="1">
            <a:off x="8455920" y="2197723"/>
            <a:ext cx="1923589" cy="4155628"/>
            <a:chOff x="7350442" y="2608992"/>
            <a:chExt cx="777239" cy="1673160"/>
          </a:xfrm>
        </p:grpSpPr>
        <p:sp>
          <p:nvSpPr>
            <p:cNvPr id="12" name="Google Shape;327;p34">
              <a:extLst>
                <a:ext uri="{FF2B5EF4-FFF2-40B4-BE49-F238E27FC236}">
                  <a16:creationId xmlns:a16="http://schemas.microsoft.com/office/drawing/2014/main" id="{0DBE0D80-B7FA-9C7F-FAFE-218D437CBC8E}"/>
                </a:ext>
              </a:extLst>
            </p:cNvPr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328;p34">
              <a:extLst>
                <a:ext uri="{FF2B5EF4-FFF2-40B4-BE49-F238E27FC236}">
                  <a16:creationId xmlns:a16="http://schemas.microsoft.com/office/drawing/2014/main" id="{EF4FCED7-7A29-1B05-92AB-F0329EE27664}"/>
                </a:ext>
              </a:extLst>
            </p:cNvPr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329;p34">
              <a:extLst>
                <a:ext uri="{FF2B5EF4-FFF2-40B4-BE49-F238E27FC236}">
                  <a16:creationId xmlns:a16="http://schemas.microsoft.com/office/drawing/2014/main" id="{2BF807DF-3699-6974-9403-83CC213C3090}"/>
                </a:ext>
              </a:extLst>
            </p:cNvPr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330;p34">
              <a:extLst>
                <a:ext uri="{FF2B5EF4-FFF2-40B4-BE49-F238E27FC236}">
                  <a16:creationId xmlns:a16="http://schemas.microsoft.com/office/drawing/2014/main" id="{4264682D-335C-775A-F93C-2EA140A7E1A5}"/>
                </a:ext>
              </a:extLst>
            </p:cNvPr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331;p34">
              <a:extLst>
                <a:ext uri="{FF2B5EF4-FFF2-40B4-BE49-F238E27FC236}">
                  <a16:creationId xmlns:a16="http://schemas.microsoft.com/office/drawing/2014/main" id="{225ECC84-1119-56C1-0418-0951FF233F77}"/>
                </a:ext>
              </a:extLst>
            </p:cNvPr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332;p34">
              <a:extLst>
                <a:ext uri="{FF2B5EF4-FFF2-40B4-BE49-F238E27FC236}">
                  <a16:creationId xmlns:a16="http://schemas.microsoft.com/office/drawing/2014/main" id="{A4971DBD-318A-5231-4627-EE01F8805B16}"/>
                </a:ext>
              </a:extLst>
            </p:cNvPr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333;p34">
              <a:extLst>
                <a:ext uri="{FF2B5EF4-FFF2-40B4-BE49-F238E27FC236}">
                  <a16:creationId xmlns:a16="http://schemas.microsoft.com/office/drawing/2014/main" id="{5C69A457-385D-BCF0-4C93-EEA925C7724D}"/>
                </a:ext>
              </a:extLst>
            </p:cNvPr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334;p34">
              <a:extLst>
                <a:ext uri="{FF2B5EF4-FFF2-40B4-BE49-F238E27FC236}">
                  <a16:creationId xmlns:a16="http://schemas.microsoft.com/office/drawing/2014/main" id="{96D346D1-0B50-5CBE-BA60-771CD6AF113B}"/>
                </a:ext>
              </a:extLst>
            </p:cNvPr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50" name="Picture 2" descr="What is an invoice? An in-depth guide to understanding invoices - GoDaddy  Blog">
            <a:extLst>
              <a:ext uri="{FF2B5EF4-FFF2-40B4-BE49-F238E27FC236}">
                <a16:creationId xmlns:a16="http://schemas.microsoft.com/office/drawing/2014/main" id="{8AE307C0-817B-7345-C571-3D4DEE2795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18" t="8575" r="-2984" b="7513"/>
          <a:stretch>
            <a:fillRect/>
          </a:stretch>
        </p:blipFill>
        <p:spPr bwMode="auto">
          <a:xfrm rot="20748843">
            <a:off x="4715234" y="2149389"/>
            <a:ext cx="2239143" cy="194665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5"/>
          <p:cNvSpPr txBox="1">
            <a:spLocks noGrp="1"/>
          </p:cNvSpPr>
          <p:nvPr>
            <p:ph type="title"/>
          </p:nvPr>
        </p:nvSpPr>
        <p:spPr>
          <a:xfrm>
            <a:off x="2638800" y="28780"/>
            <a:ext cx="38664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PROPOSED SOLUTION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551E155-55A0-790C-00C3-F15C6AD45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4749" y="562920"/>
            <a:ext cx="8456579" cy="952428"/>
          </a:xfrm>
        </p:spPr>
        <p:txBody>
          <a:bodyPr/>
          <a:lstStyle/>
          <a:p>
            <a:pPr marL="139700" indent="0" algn="ctr">
              <a:buNone/>
            </a:pPr>
            <a:r>
              <a:rPr lang="en-US" sz="1200" dirty="0"/>
              <a:t>We propose a real-time fraud detection framework that evaluates invoices across multiple supply chain tiers before financing is approved. The system focuses on preventing phantom invoices, duplicate financing, over-invoicing, circular trades, and dilution fraud.</a:t>
            </a:r>
            <a:endParaRPr lang="en-IN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A31EFA-41DC-0306-BD30-AE9DE54E5423}"/>
              </a:ext>
            </a:extLst>
          </p:cNvPr>
          <p:cNvSpPr txBox="1"/>
          <p:nvPr/>
        </p:nvSpPr>
        <p:spPr>
          <a:xfrm>
            <a:off x="1095983" y="1438385"/>
            <a:ext cx="816474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u="sng" dirty="0">
                <a:solidFill>
                  <a:schemeClr val="tx1"/>
                </a:solidFill>
              </a:rPr>
              <a:t>Structured Multi-Tier Data</a:t>
            </a:r>
            <a:endParaRPr lang="en-IN" b="1" u="sng" dirty="0">
              <a:solidFill>
                <a:schemeClr val="tx1"/>
              </a:solidFill>
            </a:endParaRPr>
          </a:p>
          <a:p>
            <a:r>
              <a:rPr lang="en-IN" sz="1200" dirty="0">
                <a:solidFill>
                  <a:schemeClr val="tx1"/>
                </a:solidFill>
              </a:rPr>
              <a:t>Model the supply chain as a connected network of buyers, Tier 1, Tier 2, and Tier 3 suppliers, along with lenders. Capture POs, GRNs, invoices, payments, and relationships to enable cross-verification</a:t>
            </a:r>
            <a:r>
              <a:rPr lang="en-IN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91A986-B437-1ABC-E416-914A51298E4B}"/>
              </a:ext>
            </a:extLst>
          </p:cNvPr>
          <p:cNvSpPr txBox="1"/>
          <p:nvPr/>
        </p:nvSpPr>
        <p:spPr>
          <a:xfrm>
            <a:off x="1095983" y="2237234"/>
            <a:ext cx="7905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u="sng" dirty="0">
                <a:solidFill>
                  <a:schemeClr val="tx1"/>
                </a:solidFill>
              </a:rPr>
              <a:t>Invoice Validation</a:t>
            </a:r>
          </a:p>
          <a:p>
            <a:r>
              <a:rPr lang="en-IN" sz="1200" dirty="0">
                <a:solidFill>
                  <a:schemeClr val="tx1"/>
                </a:solidFill>
              </a:rPr>
              <a:t>Match each invoice with its corresponding PO and GRN. Flag missing records, mismatches, and abnormal value deviations.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012EBB-B9D0-8CEE-74E2-0EA6CBE09440}"/>
              </a:ext>
            </a:extLst>
          </p:cNvPr>
          <p:cNvSpPr txBox="1"/>
          <p:nvPr/>
        </p:nvSpPr>
        <p:spPr>
          <a:xfrm>
            <a:off x="1095983" y="2975552"/>
            <a:ext cx="80480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u="sng" dirty="0">
                <a:solidFill>
                  <a:schemeClr val="tx1"/>
                </a:solidFill>
              </a:rPr>
              <a:t>Cross-Lender Duplicate Detection</a:t>
            </a:r>
          </a:p>
          <a:p>
            <a:r>
              <a:rPr lang="en-IN" sz="1200" dirty="0">
                <a:solidFill>
                  <a:schemeClr val="tx1"/>
                </a:solidFill>
              </a:rPr>
              <a:t>Generate a unique invoice fingerprint and check across lenders to prevent multiple financing of the same invoice.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37D9B6-A00F-C414-1F99-63C4608A66CE}"/>
              </a:ext>
            </a:extLst>
          </p:cNvPr>
          <p:cNvSpPr txBox="1"/>
          <p:nvPr/>
        </p:nvSpPr>
        <p:spPr>
          <a:xfrm>
            <a:off x="1095983" y="3539214"/>
            <a:ext cx="804801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u="sng" dirty="0">
                <a:solidFill>
                  <a:schemeClr val="tx1"/>
                </a:solidFill>
              </a:rPr>
              <a:t>Network-Based Anomaly Detection</a:t>
            </a:r>
          </a:p>
          <a:p>
            <a:r>
              <a:rPr lang="en-IN" sz="1200" dirty="0" err="1">
                <a:solidFill>
                  <a:schemeClr val="tx1"/>
                </a:solidFill>
              </a:rPr>
              <a:t>Analyze</a:t>
            </a:r>
            <a:r>
              <a:rPr lang="en-IN" sz="1200" dirty="0">
                <a:solidFill>
                  <a:schemeClr val="tx1"/>
                </a:solidFill>
              </a:rPr>
              <a:t> buyer–supplier relationships to detect circular trades, unusual transaction paths, and abnormal invoice velocity.</a:t>
            </a:r>
          </a:p>
          <a:p>
            <a:endParaRPr lang="en-IN" sz="1200" dirty="0">
              <a:solidFill>
                <a:schemeClr val="tx1"/>
              </a:solidFill>
            </a:endParaRPr>
          </a:p>
          <a:p>
            <a:r>
              <a:rPr lang="en-IN" sz="1600" b="1" u="sng" dirty="0">
                <a:solidFill>
                  <a:schemeClr val="tx1"/>
                </a:solidFill>
              </a:rPr>
              <a:t>Unified Risk Scoring</a:t>
            </a:r>
          </a:p>
          <a:p>
            <a:r>
              <a:rPr lang="en-IN" sz="1200" dirty="0">
                <a:solidFill>
                  <a:schemeClr val="tx1"/>
                </a:solidFill>
              </a:rPr>
              <a:t>Combine all checks into a single risk score and generate alerts before disbursement.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Google Shape;370;p36"/>
          <p:cNvGrpSpPr/>
          <p:nvPr/>
        </p:nvGrpSpPr>
        <p:grpSpPr>
          <a:xfrm rot="5400000">
            <a:off x="6793563" y="-1154209"/>
            <a:ext cx="959680" cy="3741186"/>
            <a:chOff x="7557897" y="2608992"/>
            <a:chExt cx="429195" cy="1673160"/>
          </a:xfrm>
        </p:grpSpPr>
        <p:sp>
          <p:nvSpPr>
            <p:cNvPr id="371" name="Google Shape;371;p36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36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36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6" name="Google Shape;386;p36"/>
          <p:cNvSpPr txBox="1">
            <a:spLocks noGrp="1"/>
          </p:cNvSpPr>
          <p:nvPr>
            <p:ph type="title" idx="6"/>
          </p:nvPr>
        </p:nvSpPr>
        <p:spPr>
          <a:xfrm>
            <a:off x="225246" y="244761"/>
            <a:ext cx="4954934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CURRENT PROTOTYPE STAGE</a:t>
            </a:r>
            <a:endParaRPr dirty="0">
              <a:solidFill>
                <a:schemeClr val="accent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5CA786C-82F4-7982-60C6-DEAA01646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26" y="882869"/>
            <a:ext cx="6515841" cy="3280569"/>
          </a:xfrm>
          <a:prstGeom prst="rect">
            <a:avLst/>
          </a:prstGeom>
        </p:spPr>
      </p:pic>
      <p:pic>
        <p:nvPicPr>
          <p:cNvPr id="20" name="Google Shape;2231;p44">
            <a:extLst>
              <a:ext uri="{FF2B5EF4-FFF2-40B4-BE49-F238E27FC236}">
                <a16:creationId xmlns:a16="http://schemas.microsoft.com/office/drawing/2014/main" id="{30CE5E9B-F4C6-C39C-8A0C-289767722C6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8532" y="1835107"/>
            <a:ext cx="2653676" cy="248222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51DEEC1-5346-4D2D-5BC2-3919252FDCD7}"/>
              </a:ext>
            </a:extLst>
          </p:cNvPr>
          <p:cNvSpPr txBox="1"/>
          <p:nvPr/>
        </p:nvSpPr>
        <p:spPr>
          <a:xfrm>
            <a:off x="378372" y="4190853"/>
            <a:ext cx="4925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THE AVOVE DATA SET IS BUILT                     USING PYTHON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7"/>
          <p:cNvSpPr/>
          <p:nvPr/>
        </p:nvSpPr>
        <p:spPr>
          <a:xfrm>
            <a:off x="3414000" y="3102575"/>
            <a:ext cx="2316000" cy="1514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3FF5E1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19050" dir="5400000" algn="bl" rotWithShape="0">
              <a:srgbClr val="98FAFC">
                <a:alpha val="9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37"/>
          <p:cNvSpPr/>
          <p:nvPr/>
        </p:nvSpPr>
        <p:spPr>
          <a:xfrm>
            <a:off x="6130063" y="1371825"/>
            <a:ext cx="2316000" cy="1514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3FF5E1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19050" dir="5400000" algn="bl" rotWithShape="0">
              <a:srgbClr val="98FAFC">
                <a:alpha val="9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37"/>
          <p:cNvSpPr/>
          <p:nvPr/>
        </p:nvSpPr>
        <p:spPr>
          <a:xfrm>
            <a:off x="697938" y="1371825"/>
            <a:ext cx="2316000" cy="1514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3FF5E1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19050" dir="5400000" algn="bl" rotWithShape="0">
              <a:srgbClr val="98FAFC">
                <a:alpha val="9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37"/>
          <p:cNvSpPr txBox="1">
            <a:spLocks noGrp="1"/>
          </p:cNvSpPr>
          <p:nvPr>
            <p:ph type="title"/>
          </p:nvPr>
        </p:nvSpPr>
        <p:spPr>
          <a:xfrm>
            <a:off x="1495425" y="1965438"/>
            <a:ext cx="13221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Real-time invoice screening</a:t>
            </a:r>
            <a:endParaRPr dirty="0"/>
          </a:p>
        </p:txBody>
      </p:sp>
      <p:sp>
        <p:nvSpPr>
          <p:cNvPr id="423" name="Google Shape;423;p37"/>
          <p:cNvSpPr/>
          <p:nvPr/>
        </p:nvSpPr>
        <p:spPr>
          <a:xfrm>
            <a:off x="905167" y="1608462"/>
            <a:ext cx="459348" cy="459392"/>
          </a:xfrm>
          <a:custGeom>
            <a:avLst/>
            <a:gdLst/>
            <a:ahLst/>
            <a:cxnLst/>
            <a:rect l="l" t="t" r="r" b="b"/>
            <a:pathLst>
              <a:path w="10485" h="10486" extrusionOk="0">
                <a:moveTo>
                  <a:pt x="6171" y="3087"/>
                </a:moveTo>
                <a:lnTo>
                  <a:pt x="6171" y="3688"/>
                </a:lnTo>
                <a:lnTo>
                  <a:pt x="6771" y="3688"/>
                </a:lnTo>
                <a:lnTo>
                  <a:pt x="6771" y="4315"/>
                </a:lnTo>
                <a:lnTo>
                  <a:pt x="7399" y="4315"/>
                </a:lnTo>
                <a:lnTo>
                  <a:pt x="7399" y="4943"/>
                </a:lnTo>
                <a:lnTo>
                  <a:pt x="6771" y="4943"/>
                </a:lnTo>
                <a:lnTo>
                  <a:pt x="6771" y="5572"/>
                </a:lnTo>
                <a:lnTo>
                  <a:pt x="7399" y="5572"/>
                </a:lnTo>
                <a:lnTo>
                  <a:pt x="7399" y="6171"/>
                </a:lnTo>
                <a:lnTo>
                  <a:pt x="6771" y="6171"/>
                </a:lnTo>
                <a:lnTo>
                  <a:pt x="6771" y="6800"/>
                </a:lnTo>
                <a:lnTo>
                  <a:pt x="6171" y="6800"/>
                </a:lnTo>
                <a:lnTo>
                  <a:pt x="6171" y="7401"/>
                </a:lnTo>
                <a:lnTo>
                  <a:pt x="5542" y="7401"/>
                </a:lnTo>
                <a:lnTo>
                  <a:pt x="5542" y="6800"/>
                </a:lnTo>
                <a:lnTo>
                  <a:pt x="4942" y="6800"/>
                </a:lnTo>
                <a:lnTo>
                  <a:pt x="4942" y="7401"/>
                </a:lnTo>
                <a:lnTo>
                  <a:pt x="4313" y="7401"/>
                </a:lnTo>
                <a:lnTo>
                  <a:pt x="4313" y="6800"/>
                </a:lnTo>
                <a:lnTo>
                  <a:pt x="3712" y="6800"/>
                </a:lnTo>
                <a:lnTo>
                  <a:pt x="3712" y="6171"/>
                </a:lnTo>
                <a:lnTo>
                  <a:pt x="3085" y="6171"/>
                </a:lnTo>
                <a:lnTo>
                  <a:pt x="3085" y="5544"/>
                </a:lnTo>
                <a:lnTo>
                  <a:pt x="3712" y="5544"/>
                </a:lnTo>
                <a:lnTo>
                  <a:pt x="3712" y="4916"/>
                </a:lnTo>
                <a:lnTo>
                  <a:pt x="3085" y="4916"/>
                </a:lnTo>
                <a:lnTo>
                  <a:pt x="3085" y="4315"/>
                </a:lnTo>
                <a:lnTo>
                  <a:pt x="3712" y="4315"/>
                </a:lnTo>
                <a:lnTo>
                  <a:pt x="3712" y="3688"/>
                </a:lnTo>
                <a:lnTo>
                  <a:pt x="4313" y="3688"/>
                </a:lnTo>
                <a:lnTo>
                  <a:pt x="4313" y="3087"/>
                </a:lnTo>
                <a:lnTo>
                  <a:pt x="4942" y="3087"/>
                </a:lnTo>
                <a:lnTo>
                  <a:pt x="4942" y="3688"/>
                </a:lnTo>
                <a:lnTo>
                  <a:pt x="5542" y="3688"/>
                </a:lnTo>
                <a:lnTo>
                  <a:pt x="5542" y="3087"/>
                </a:lnTo>
                <a:close/>
                <a:moveTo>
                  <a:pt x="1850" y="1"/>
                </a:moveTo>
                <a:cubicBezTo>
                  <a:pt x="1340" y="1"/>
                  <a:pt x="925" y="416"/>
                  <a:pt x="925" y="926"/>
                </a:cubicBezTo>
                <a:cubicBezTo>
                  <a:pt x="925" y="1461"/>
                  <a:pt x="1366" y="1852"/>
                  <a:pt x="1851" y="1852"/>
                </a:cubicBezTo>
                <a:cubicBezTo>
                  <a:pt x="1983" y="1852"/>
                  <a:pt x="2118" y="1823"/>
                  <a:pt x="2249" y="1760"/>
                </a:cubicBezTo>
                <a:lnTo>
                  <a:pt x="2883" y="2395"/>
                </a:lnTo>
                <a:cubicBezTo>
                  <a:pt x="1293" y="3713"/>
                  <a:pt x="1089" y="6063"/>
                  <a:pt x="2419" y="7631"/>
                </a:cubicBezTo>
                <a:cubicBezTo>
                  <a:pt x="2164" y="7886"/>
                  <a:pt x="1831" y="8219"/>
                  <a:pt x="1592" y="8457"/>
                </a:cubicBezTo>
                <a:cubicBezTo>
                  <a:pt x="1427" y="8367"/>
                  <a:pt x="1253" y="8326"/>
                  <a:pt x="1083" y="8326"/>
                </a:cubicBezTo>
                <a:cubicBezTo>
                  <a:pt x="519" y="8326"/>
                  <a:pt x="0" y="8777"/>
                  <a:pt x="0" y="9406"/>
                </a:cubicBezTo>
                <a:cubicBezTo>
                  <a:pt x="0" y="10002"/>
                  <a:pt x="484" y="10485"/>
                  <a:pt x="1079" y="10485"/>
                </a:cubicBezTo>
                <a:cubicBezTo>
                  <a:pt x="1897" y="10485"/>
                  <a:pt x="2416" y="9606"/>
                  <a:pt x="2029" y="8893"/>
                </a:cubicBezTo>
                <a:lnTo>
                  <a:pt x="2854" y="8067"/>
                </a:lnTo>
                <a:cubicBezTo>
                  <a:pt x="3549" y="8656"/>
                  <a:pt x="4396" y="8944"/>
                  <a:pt x="5239" y="8944"/>
                </a:cubicBezTo>
                <a:cubicBezTo>
                  <a:pt x="5881" y="8944"/>
                  <a:pt x="6520" y="8777"/>
                  <a:pt x="7087" y="8449"/>
                </a:cubicBezTo>
                <a:lnTo>
                  <a:pt x="7799" y="9162"/>
                </a:lnTo>
                <a:cubicBezTo>
                  <a:pt x="7506" y="9773"/>
                  <a:pt x="7954" y="10485"/>
                  <a:pt x="8633" y="10485"/>
                </a:cubicBezTo>
                <a:cubicBezTo>
                  <a:pt x="9143" y="10485"/>
                  <a:pt x="9560" y="10070"/>
                  <a:pt x="9560" y="9560"/>
                </a:cubicBezTo>
                <a:cubicBezTo>
                  <a:pt x="9560" y="9026"/>
                  <a:pt x="9118" y="8635"/>
                  <a:pt x="8632" y="8635"/>
                </a:cubicBezTo>
                <a:cubicBezTo>
                  <a:pt x="8500" y="8635"/>
                  <a:pt x="8365" y="8663"/>
                  <a:pt x="8235" y="8726"/>
                </a:cubicBezTo>
                <a:lnTo>
                  <a:pt x="7601" y="8092"/>
                </a:lnTo>
                <a:cubicBezTo>
                  <a:pt x="9191" y="6773"/>
                  <a:pt x="9395" y="4424"/>
                  <a:pt x="8067" y="2855"/>
                </a:cubicBezTo>
                <a:cubicBezTo>
                  <a:pt x="8861" y="2061"/>
                  <a:pt x="8150" y="2771"/>
                  <a:pt x="8892" y="2029"/>
                </a:cubicBezTo>
                <a:cubicBezTo>
                  <a:pt x="9057" y="2119"/>
                  <a:pt x="9232" y="2160"/>
                  <a:pt x="9402" y="2160"/>
                </a:cubicBezTo>
                <a:cubicBezTo>
                  <a:pt x="9966" y="2160"/>
                  <a:pt x="10485" y="1710"/>
                  <a:pt x="10485" y="1081"/>
                </a:cubicBezTo>
                <a:cubicBezTo>
                  <a:pt x="10485" y="486"/>
                  <a:pt x="10000" y="1"/>
                  <a:pt x="9405" y="1"/>
                </a:cubicBezTo>
                <a:cubicBezTo>
                  <a:pt x="8587" y="1"/>
                  <a:pt x="8068" y="880"/>
                  <a:pt x="8456" y="1594"/>
                </a:cubicBezTo>
                <a:cubicBezTo>
                  <a:pt x="7722" y="2328"/>
                  <a:pt x="8422" y="1626"/>
                  <a:pt x="7630" y="2419"/>
                </a:cubicBezTo>
                <a:cubicBezTo>
                  <a:pt x="6935" y="1831"/>
                  <a:pt x="6087" y="1543"/>
                  <a:pt x="5243" y="1543"/>
                </a:cubicBezTo>
                <a:cubicBezTo>
                  <a:pt x="4602" y="1543"/>
                  <a:pt x="3964" y="1709"/>
                  <a:pt x="3397" y="2037"/>
                </a:cubicBezTo>
                <a:lnTo>
                  <a:pt x="2685" y="1324"/>
                </a:lnTo>
                <a:cubicBezTo>
                  <a:pt x="2978" y="715"/>
                  <a:pt x="2530" y="1"/>
                  <a:pt x="185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4" name="Google Shape;424;p37"/>
          <p:cNvGrpSpPr/>
          <p:nvPr/>
        </p:nvGrpSpPr>
        <p:grpSpPr>
          <a:xfrm rot="-5400000">
            <a:off x="681702" y="-823119"/>
            <a:ext cx="1182802" cy="2546215"/>
            <a:chOff x="7350442" y="2608992"/>
            <a:chExt cx="777239" cy="1673160"/>
          </a:xfrm>
        </p:grpSpPr>
        <p:sp>
          <p:nvSpPr>
            <p:cNvPr id="425" name="Google Shape;425;p37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37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37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37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37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37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37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37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3" name="Google Shape;433;p37"/>
          <p:cNvGrpSpPr/>
          <p:nvPr/>
        </p:nvGrpSpPr>
        <p:grpSpPr>
          <a:xfrm rot="5400000" flipH="1">
            <a:off x="7363145" y="-827538"/>
            <a:ext cx="1182802" cy="2555083"/>
            <a:chOff x="7350442" y="2608992"/>
            <a:chExt cx="777239" cy="1673160"/>
          </a:xfrm>
        </p:grpSpPr>
        <p:sp>
          <p:nvSpPr>
            <p:cNvPr id="434" name="Google Shape;434;p37"/>
            <p:cNvSpPr/>
            <p:nvPr/>
          </p:nvSpPr>
          <p:spPr>
            <a:xfrm>
              <a:off x="7486745" y="2608992"/>
              <a:ext cx="300894" cy="898874"/>
            </a:xfrm>
            <a:custGeom>
              <a:avLst/>
              <a:gdLst/>
              <a:ahLst/>
              <a:cxnLst/>
              <a:rect l="l" t="t" r="r" b="b"/>
              <a:pathLst>
                <a:path w="300894" h="898874" extrusionOk="0">
                  <a:moveTo>
                    <a:pt x="16764" y="858488"/>
                  </a:moveTo>
                  <a:cubicBezTo>
                    <a:pt x="7334" y="860203"/>
                    <a:pt x="0" y="868585"/>
                    <a:pt x="0" y="878491"/>
                  </a:cubicBezTo>
                  <a:cubicBezTo>
                    <a:pt x="0" y="889730"/>
                    <a:pt x="9144" y="898874"/>
                    <a:pt x="20288" y="898874"/>
                  </a:cubicBezTo>
                  <a:cubicBezTo>
                    <a:pt x="31528" y="898874"/>
                    <a:pt x="40672" y="889730"/>
                    <a:pt x="40672" y="878491"/>
                  </a:cubicBezTo>
                  <a:cubicBezTo>
                    <a:pt x="40672" y="868585"/>
                    <a:pt x="33433" y="860203"/>
                    <a:pt x="23908" y="858488"/>
                  </a:cubicBezTo>
                  <a:lnTo>
                    <a:pt x="23908" y="733997"/>
                  </a:lnTo>
                  <a:lnTo>
                    <a:pt x="300895" y="457009"/>
                  </a:lnTo>
                  <a:lnTo>
                    <a:pt x="300895" y="0"/>
                  </a:lnTo>
                  <a:lnTo>
                    <a:pt x="293751" y="0"/>
                  </a:lnTo>
                  <a:lnTo>
                    <a:pt x="293751" y="454057"/>
                  </a:lnTo>
                  <a:lnTo>
                    <a:pt x="16764" y="731044"/>
                  </a:lnTo>
                  <a:lnTo>
                    <a:pt x="16764" y="858488"/>
                  </a:lnTo>
                  <a:close/>
                  <a:moveTo>
                    <a:pt x="33528" y="878491"/>
                  </a:moveTo>
                  <a:cubicBezTo>
                    <a:pt x="33528" y="885825"/>
                    <a:pt x="27622" y="891730"/>
                    <a:pt x="20288" y="891730"/>
                  </a:cubicBezTo>
                  <a:cubicBezTo>
                    <a:pt x="13049" y="891730"/>
                    <a:pt x="7144" y="885825"/>
                    <a:pt x="7144" y="878491"/>
                  </a:cubicBezTo>
                  <a:cubicBezTo>
                    <a:pt x="7144" y="872490"/>
                    <a:pt x="11239" y="867347"/>
                    <a:pt x="16764" y="865918"/>
                  </a:cubicBezTo>
                  <a:cubicBezTo>
                    <a:pt x="17907" y="865537"/>
                    <a:pt x="19050" y="865346"/>
                    <a:pt x="20288" y="865346"/>
                  </a:cubicBezTo>
                  <a:cubicBezTo>
                    <a:pt x="21526" y="865346"/>
                    <a:pt x="22765" y="865537"/>
                    <a:pt x="23908" y="865918"/>
                  </a:cubicBezTo>
                  <a:cubicBezTo>
                    <a:pt x="29527" y="867442"/>
                    <a:pt x="33528" y="872490"/>
                    <a:pt x="33528" y="8784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37"/>
            <p:cNvSpPr/>
            <p:nvPr/>
          </p:nvSpPr>
          <p:spPr>
            <a:xfrm>
              <a:off x="7430357" y="3185731"/>
              <a:ext cx="149161" cy="440054"/>
            </a:xfrm>
            <a:custGeom>
              <a:avLst/>
              <a:gdLst/>
              <a:ahLst/>
              <a:cxnLst/>
              <a:rect l="l" t="t" r="r" b="b"/>
              <a:pathLst>
                <a:path w="149161" h="440054" extrusionOk="0">
                  <a:moveTo>
                    <a:pt x="123349" y="30861"/>
                  </a:moveTo>
                  <a:cubicBezTo>
                    <a:pt x="125921" y="32575"/>
                    <a:pt x="129064" y="33528"/>
                    <a:pt x="132397" y="33528"/>
                  </a:cubicBezTo>
                  <a:cubicBezTo>
                    <a:pt x="141637" y="33528"/>
                    <a:pt x="149162" y="26003"/>
                    <a:pt x="149162" y="16764"/>
                  </a:cubicBezTo>
                  <a:cubicBezTo>
                    <a:pt x="149162" y="7525"/>
                    <a:pt x="141637" y="0"/>
                    <a:pt x="132397" y="0"/>
                  </a:cubicBezTo>
                  <a:cubicBezTo>
                    <a:pt x="123158" y="0"/>
                    <a:pt x="115634" y="7525"/>
                    <a:pt x="115634" y="16764"/>
                  </a:cubicBezTo>
                  <a:cubicBezTo>
                    <a:pt x="115634" y="20098"/>
                    <a:pt x="116586" y="23146"/>
                    <a:pt x="118301" y="25813"/>
                  </a:cubicBezTo>
                  <a:lnTo>
                    <a:pt x="16764" y="127349"/>
                  </a:lnTo>
                  <a:lnTo>
                    <a:pt x="16764" y="399669"/>
                  </a:lnTo>
                  <a:cubicBezTo>
                    <a:pt x="7334" y="401384"/>
                    <a:pt x="0" y="409765"/>
                    <a:pt x="0" y="419671"/>
                  </a:cubicBezTo>
                  <a:cubicBezTo>
                    <a:pt x="0" y="430911"/>
                    <a:pt x="9144" y="440055"/>
                    <a:pt x="20288" y="440055"/>
                  </a:cubicBezTo>
                  <a:cubicBezTo>
                    <a:pt x="31528" y="440055"/>
                    <a:pt x="40672" y="430911"/>
                    <a:pt x="40672" y="419671"/>
                  </a:cubicBezTo>
                  <a:cubicBezTo>
                    <a:pt x="40672" y="409765"/>
                    <a:pt x="33433" y="401384"/>
                    <a:pt x="23908" y="399669"/>
                  </a:cubicBezTo>
                  <a:lnTo>
                    <a:pt x="23908" y="130302"/>
                  </a:lnTo>
                  <a:lnTo>
                    <a:pt x="123349" y="30861"/>
                  </a:lnTo>
                  <a:close/>
                  <a:moveTo>
                    <a:pt x="33623" y="419671"/>
                  </a:moveTo>
                  <a:cubicBezTo>
                    <a:pt x="33623" y="427006"/>
                    <a:pt x="27718" y="432911"/>
                    <a:pt x="20384" y="432911"/>
                  </a:cubicBezTo>
                  <a:cubicBezTo>
                    <a:pt x="13145" y="432911"/>
                    <a:pt x="7239" y="427006"/>
                    <a:pt x="7239" y="419671"/>
                  </a:cubicBezTo>
                  <a:cubicBezTo>
                    <a:pt x="7239" y="413671"/>
                    <a:pt x="11335" y="408527"/>
                    <a:pt x="16859" y="407098"/>
                  </a:cubicBezTo>
                  <a:cubicBezTo>
                    <a:pt x="18002" y="406717"/>
                    <a:pt x="19145" y="406527"/>
                    <a:pt x="20384" y="406527"/>
                  </a:cubicBezTo>
                  <a:cubicBezTo>
                    <a:pt x="21622" y="406527"/>
                    <a:pt x="22860" y="406717"/>
                    <a:pt x="24003" y="407098"/>
                  </a:cubicBezTo>
                  <a:cubicBezTo>
                    <a:pt x="29623" y="408622"/>
                    <a:pt x="33623" y="413671"/>
                    <a:pt x="33623" y="4196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37"/>
            <p:cNvSpPr/>
            <p:nvPr/>
          </p:nvSpPr>
          <p:spPr>
            <a:xfrm>
              <a:off x="7350442" y="2713767"/>
              <a:ext cx="389000" cy="777335"/>
            </a:xfrm>
            <a:custGeom>
              <a:avLst/>
              <a:gdLst/>
              <a:ahLst/>
              <a:cxnLst/>
              <a:rect l="l" t="t" r="r" b="b"/>
              <a:pathLst>
                <a:path w="389000" h="777335" extrusionOk="0">
                  <a:moveTo>
                    <a:pt x="297466" y="400812"/>
                  </a:moveTo>
                  <a:lnTo>
                    <a:pt x="188976" y="400812"/>
                  </a:lnTo>
                  <a:lnTo>
                    <a:pt x="16669" y="573024"/>
                  </a:lnTo>
                  <a:lnTo>
                    <a:pt x="16669" y="736949"/>
                  </a:lnTo>
                  <a:cubicBezTo>
                    <a:pt x="7144" y="738664"/>
                    <a:pt x="0" y="747046"/>
                    <a:pt x="0" y="757047"/>
                  </a:cubicBezTo>
                  <a:cubicBezTo>
                    <a:pt x="0" y="768191"/>
                    <a:pt x="9049" y="777335"/>
                    <a:pt x="20288" y="777335"/>
                  </a:cubicBezTo>
                  <a:cubicBezTo>
                    <a:pt x="31432" y="777335"/>
                    <a:pt x="40576" y="768191"/>
                    <a:pt x="40576" y="757047"/>
                  </a:cubicBezTo>
                  <a:cubicBezTo>
                    <a:pt x="40576" y="747046"/>
                    <a:pt x="33242" y="738664"/>
                    <a:pt x="23813" y="736949"/>
                  </a:cubicBezTo>
                  <a:lnTo>
                    <a:pt x="23813" y="575977"/>
                  </a:lnTo>
                  <a:lnTo>
                    <a:pt x="191929" y="407956"/>
                  </a:lnTo>
                  <a:lnTo>
                    <a:pt x="300418" y="407956"/>
                  </a:lnTo>
                  <a:lnTo>
                    <a:pt x="372237" y="336042"/>
                  </a:lnTo>
                  <a:lnTo>
                    <a:pt x="372237" y="40291"/>
                  </a:lnTo>
                  <a:cubicBezTo>
                    <a:pt x="381667" y="38576"/>
                    <a:pt x="389001" y="30289"/>
                    <a:pt x="389001" y="20288"/>
                  </a:cubicBezTo>
                  <a:cubicBezTo>
                    <a:pt x="389001" y="9049"/>
                    <a:pt x="379857" y="0"/>
                    <a:pt x="368713" y="0"/>
                  </a:cubicBezTo>
                  <a:cubicBezTo>
                    <a:pt x="357473" y="0"/>
                    <a:pt x="348329" y="9049"/>
                    <a:pt x="348329" y="20288"/>
                  </a:cubicBezTo>
                  <a:cubicBezTo>
                    <a:pt x="348329" y="30289"/>
                    <a:pt x="355568" y="38576"/>
                    <a:pt x="365093" y="40291"/>
                  </a:cubicBezTo>
                  <a:lnTo>
                    <a:pt x="365093" y="333089"/>
                  </a:lnTo>
                  <a:lnTo>
                    <a:pt x="297466" y="400812"/>
                  </a:lnTo>
                  <a:close/>
                  <a:moveTo>
                    <a:pt x="33433" y="757047"/>
                  </a:moveTo>
                  <a:cubicBezTo>
                    <a:pt x="33433" y="764286"/>
                    <a:pt x="27527" y="770192"/>
                    <a:pt x="20288" y="770192"/>
                  </a:cubicBezTo>
                  <a:cubicBezTo>
                    <a:pt x="13049" y="770192"/>
                    <a:pt x="7144" y="764286"/>
                    <a:pt x="7144" y="757047"/>
                  </a:cubicBezTo>
                  <a:cubicBezTo>
                    <a:pt x="7144" y="750951"/>
                    <a:pt x="11144" y="745903"/>
                    <a:pt x="16669" y="744379"/>
                  </a:cubicBezTo>
                  <a:cubicBezTo>
                    <a:pt x="17812" y="743998"/>
                    <a:pt x="19050" y="743807"/>
                    <a:pt x="20288" y="743807"/>
                  </a:cubicBezTo>
                  <a:cubicBezTo>
                    <a:pt x="21526" y="743807"/>
                    <a:pt x="22669" y="743998"/>
                    <a:pt x="23813" y="744379"/>
                  </a:cubicBezTo>
                  <a:cubicBezTo>
                    <a:pt x="29337" y="745808"/>
                    <a:pt x="33433" y="750951"/>
                    <a:pt x="33433" y="757047"/>
                  </a:cubicBezTo>
                  <a:close/>
                  <a:moveTo>
                    <a:pt x="355473" y="20288"/>
                  </a:moveTo>
                  <a:cubicBezTo>
                    <a:pt x="355473" y="13049"/>
                    <a:pt x="361379" y="7144"/>
                    <a:pt x="368713" y="7144"/>
                  </a:cubicBezTo>
                  <a:cubicBezTo>
                    <a:pt x="375952" y="7144"/>
                    <a:pt x="381857" y="13049"/>
                    <a:pt x="381857" y="20288"/>
                  </a:cubicBezTo>
                  <a:cubicBezTo>
                    <a:pt x="381857" y="26289"/>
                    <a:pt x="377761" y="31432"/>
                    <a:pt x="372237" y="32861"/>
                  </a:cubicBezTo>
                  <a:cubicBezTo>
                    <a:pt x="371094" y="33242"/>
                    <a:pt x="369951" y="33433"/>
                    <a:pt x="368713" y="33433"/>
                  </a:cubicBezTo>
                  <a:cubicBezTo>
                    <a:pt x="367474" y="33433"/>
                    <a:pt x="366236" y="33242"/>
                    <a:pt x="365093" y="32861"/>
                  </a:cubicBezTo>
                  <a:cubicBezTo>
                    <a:pt x="359473" y="31337"/>
                    <a:pt x="355473" y="26289"/>
                    <a:pt x="355473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37"/>
            <p:cNvSpPr/>
            <p:nvPr/>
          </p:nvSpPr>
          <p:spPr>
            <a:xfrm>
              <a:off x="7860696" y="2608992"/>
              <a:ext cx="266985" cy="1341405"/>
            </a:xfrm>
            <a:custGeom>
              <a:avLst/>
              <a:gdLst/>
              <a:ahLst/>
              <a:cxnLst/>
              <a:rect l="l" t="t" r="r" b="b"/>
              <a:pathLst>
                <a:path w="266985" h="1341405" extrusionOk="0">
                  <a:moveTo>
                    <a:pt x="266986" y="744569"/>
                  </a:moveTo>
                  <a:lnTo>
                    <a:pt x="266986" y="0"/>
                  </a:lnTo>
                  <a:lnTo>
                    <a:pt x="259842" y="0"/>
                  </a:lnTo>
                  <a:lnTo>
                    <a:pt x="259842" y="741617"/>
                  </a:lnTo>
                  <a:lnTo>
                    <a:pt x="13145" y="988314"/>
                  </a:lnTo>
                  <a:lnTo>
                    <a:pt x="13145" y="1308259"/>
                  </a:lnTo>
                  <a:cubicBezTo>
                    <a:pt x="5620" y="1309878"/>
                    <a:pt x="0" y="1316546"/>
                    <a:pt x="0" y="1324642"/>
                  </a:cubicBezTo>
                  <a:cubicBezTo>
                    <a:pt x="0" y="1333881"/>
                    <a:pt x="7525" y="1341406"/>
                    <a:pt x="16764" y="1341406"/>
                  </a:cubicBezTo>
                  <a:cubicBezTo>
                    <a:pt x="26003" y="1341406"/>
                    <a:pt x="33528" y="1333881"/>
                    <a:pt x="33528" y="1324642"/>
                  </a:cubicBezTo>
                  <a:cubicBezTo>
                    <a:pt x="33528" y="1316641"/>
                    <a:pt x="27908" y="1309973"/>
                    <a:pt x="20384" y="1308259"/>
                  </a:cubicBezTo>
                  <a:lnTo>
                    <a:pt x="20384" y="991267"/>
                  </a:lnTo>
                  <a:lnTo>
                    <a:pt x="266986" y="7445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37"/>
            <p:cNvSpPr/>
            <p:nvPr/>
          </p:nvSpPr>
          <p:spPr>
            <a:xfrm>
              <a:off x="7616094" y="2608992"/>
              <a:ext cx="370998" cy="1562195"/>
            </a:xfrm>
            <a:custGeom>
              <a:avLst/>
              <a:gdLst/>
              <a:ahLst/>
              <a:cxnLst/>
              <a:rect l="l" t="t" r="r" b="b"/>
              <a:pathLst>
                <a:path w="370998" h="1562195" extrusionOk="0">
                  <a:moveTo>
                    <a:pt x="158496" y="1521905"/>
                  </a:moveTo>
                  <a:lnTo>
                    <a:pt x="158496" y="1225868"/>
                  </a:lnTo>
                  <a:lnTo>
                    <a:pt x="95155" y="1162431"/>
                  </a:lnTo>
                  <a:lnTo>
                    <a:pt x="95155" y="939070"/>
                  </a:lnTo>
                  <a:lnTo>
                    <a:pt x="156210" y="878014"/>
                  </a:lnTo>
                  <a:lnTo>
                    <a:pt x="156210" y="839534"/>
                  </a:lnTo>
                  <a:lnTo>
                    <a:pt x="317659" y="678085"/>
                  </a:lnTo>
                  <a:cubicBezTo>
                    <a:pt x="320897" y="680466"/>
                    <a:pt x="324898" y="681800"/>
                    <a:pt x="329184" y="681800"/>
                  </a:cubicBezTo>
                  <a:cubicBezTo>
                    <a:pt x="340423" y="681800"/>
                    <a:pt x="349568" y="672655"/>
                    <a:pt x="349568" y="661511"/>
                  </a:cubicBezTo>
                  <a:cubicBezTo>
                    <a:pt x="349568" y="650272"/>
                    <a:pt x="340423" y="641128"/>
                    <a:pt x="329184" y="641128"/>
                  </a:cubicBezTo>
                  <a:cubicBezTo>
                    <a:pt x="318040" y="641128"/>
                    <a:pt x="308896" y="650272"/>
                    <a:pt x="308896" y="661511"/>
                  </a:cubicBezTo>
                  <a:cubicBezTo>
                    <a:pt x="308896" y="665797"/>
                    <a:pt x="310229" y="669798"/>
                    <a:pt x="312611" y="673037"/>
                  </a:cubicBezTo>
                  <a:lnTo>
                    <a:pt x="267843" y="717804"/>
                  </a:lnTo>
                  <a:lnTo>
                    <a:pt x="267843" y="635413"/>
                  </a:lnTo>
                  <a:lnTo>
                    <a:pt x="370999" y="532257"/>
                  </a:lnTo>
                  <a:lnTo>
                    <a:pt x="370999" y="273844"/>
                  </a:lnTo>
                  <a:lnTo>
                    <a:pt x="319183" y="222028"/>
                  </a:lnTo>
                  <a:lnTo>
                    <a:pt x="319183" y="0"/>
                  </a:lnTo>
                  <a:lnTo>
                    <a:pt x="312039" y="0"/>
                  </a:lnTo>
                  <a:lnTo>
                    <a:pt x="312039" y="503777"/>
                  </a:lnTo>
                  <a:lnTo>
                    <a:pt x="16669" y="799147"/>
                  </a:lnTo>
                  <a:lnTo>
                    <a:pt x="16669" y="1479995"/>
                  </a:lnTo>
                  <a:cubicBezTo>
                    <a:pt x="7144" y="1481709"/>
                    <a:pt x="0" y="1490091"/>
                    <a:pt x="0" y="1500092"/>
                  </a:cubicBezTo>
                  <a:cubicBezTo>
                    <a:pt x="0" y="1511237"/>
                    <a:pt x="9049" y="1520381"/>
                    <a:pt x="20288" y="1520381"/>
                  </a:cubicBezTo>
                  <a:cubicBezTo>
                    <a:pt x="31528" y="1520381"/>
                    <a:pt x="40577" y="1511237"/>
                    <a:pt x="40577" y="1500092"/>
                  </a:cubicBezTo>
                  <a:cubicBezTo>
                    <a:pt x="40577" y="1490091"/>
                    <a:pt x="33338" y="1481709"/>
                    <a:pt x="23813" y="1479995"/>
                  </a:cubicBezTo>
                  <a:lnTo>
                    <a:pt x="23813" y="802100"/>
                  </a:lnTo>
                  <a:lnTo>
                    <a:pt x="319183" y="506730"/>
                  </a:lnTo>
                  <a:lnTo>
                    <a:pt x="319183" y="232124"/>
                  </a:lnTo>
                  <a:lnTo>
                    <a:pt x="363855" y="276796"/>
                  </a:lnTo>
                  <a:lnTo>
                    <a:pt x="363855" y="529304"/>
                  </a:lnTo>
                  <a:lnTo>
                    <a:pt x="260699" y="632460"/>
                  </a:lnTo>
                  <a:lnTo>
                    <a:pt x="260699" y="724948"/>
                  </a:lnTo>
                  <a:lnTo>
                    <a:pt x="260699" y="724948"/>
                  </a:lnTo>
                  <a:lnTo>
                    <a:pt x="149066" y="836485"/>
                  </a:lnTo>
                  <a:lnTo>
                    <a:pt x="149066" y="874967"/>
                  </a:lnTo>
                  <a:lnTo>
                    <a:pt x="95155" y="928973"/>
                  </a:lnTo>
                  <a:lnTo>
                    <a:pt x="95155" y="821341"/>
                  </a:lnTo>
                  <a:lnTo>
                    <a:pt x="178498" y="738092"/>
                  </a:lnTo>
                  <a:cubicBezTo>
                    <a:pt x="181737" y="740473"/>
                    <a:pt x="185738" y="741807"/>
                    <a:pt x="190024" y="741807"/>
                  </a:cubicBezTo>
                  <a:cubicBezTo>
                    <a:pt x="201263" y="741807"/>
                    <a:pt x="210312" y="732663"/>
                    <a:pt x="210312" y="721423"/>
                  </a:cubicBezTo>
                  <a:cubicBezTo>
                    <a:pt x="210312" y="710279"/>
                    <a:pt x="201263" y="701135"/>
                    <a:pt x="190024" y="701135"/>
                  </a:cubicBezTo>
                  <a:cubicBezTo>
                    <a:pt x="178784" y="701135"/>
                    <a:pt x="169736" y="710279"/>
                    <a:pt x="169736" y="721423"/>
                  </a:cubicBezTo>
                  <a:cubicBezTo>
                    <a:pt x="169736" y="725805"/>
                    <a:pt x="171069" y="729805"/>
                    <a:pt x="173355" y="733044"/>
                  </a:cubicBezTo>
                  <a:lnTo>
                    <a:pt x="88011" y="818388"/>
                  </a:lnTo>
                  <a:lnTo>
                    <a:pt x="88011" y="1165384"/>
                  </a:lnTo>
                  <a:lnTo>
                    <a:pt x="151352" y="1228820"/>
                  </a:lnTo>
                  <a:lnTo>
                    <a:pt x="151352" y="1521905"/>
                  </a:lnTo>
                  <a:cubicBezTo>
                    <a:pt x="141732" y="1523524"/>
                    <a:pt x="134493" y="1531906"/>
                    <a:pt x="134493" y="1541907"/>
                  </a:cubicBezTo>
                  <a:cubicBezTo>
                    <a:pt x="134493" y="1553147"/>
                    <a:pt x="143542" y="1562195"/>
                    <a:pt x="154781" y="1562195"/>
                  </a:cubicBezTo>
                  <a:cubicBezTo>
                    <a:pt x="166021" y="1562195"/>
                    <a:pt x="175070" y="1553147"/>
                    <a:pt x="175070" y="1541907"/>
                  </a:cubicBezTo>
                  <a:cubicBezTo>
                    <a:pt x="175070" y="1532001"/>
                    <a:pt x="167926" y="1523714"/>
                    <a:pt x="158496" y="1521905"/>
                  </a:cubicBezTo>
                  <a:close/>
                  <a:moveTo>
                    <a:pt x="316039" y="661511"/>
                  </a:moveTo>
                  <a:cubicBezTo>
                    <a:pt x="316039" y="654177"/>
                    <a:pt x="321945" y="648272"/>
                    <a:pt x="329184" y="648272"/>
                  </a:cubicBezTo>
                  <a:cubicBezTo>
                    <a:pt x="336518" y="648272"/>
                    <a:pt x="342424" y="654177"/>
                    <a:pt x="342424" y="661511"/>
                  </a:cubicBezTo>
                  <a:cubicBezTo>
                    <a:pt x="342424" y="668750"/>
                    <a:pt x="336518" y="674656"/>
                    <a:pt x="329184" y="674656"/>
                  </a:cubicBezTo>
                  <a:cubicBezTo>
                    <a:pt x="326898" y="674656"/>
                    <a:pt x="324707" y="674084"/>
                    <a:pt x="322802" y="672941"/>
                  </a:cubicBezTo>
                  <a:cubicBezTo>
                    <a:pt x="320707" y="671798"/>
                    <a:pt x="318897" y="669988"/>
                    <a:pt x="317754" y="667893"/>
                  </a:cubicBezTo>
                  <a:cubicBezTo>
                    <a:pt x="316611" y="665988"/>
                    <a:pt x="316039" y="663797"/>
                    <a:pt x="316039" y="661511"/>
                  </a:cubicBezTo>
                  <a:close/>
                  <a:moveTo>
                    <a:pt x="33433" y="1500092"/>
                  </a:moveTo>
                  <a:cubicBezTo>
                    <a:pt x="33433" y="1507331"/>
                    <a:pt x="27527" y="1513237"/>
                    <a:pt x="20288" y="1513237"/>
                  </a:cubicBezTo>
                  <a:cubicBezTo>
                    <a:pt x="13049" y="1513237"/>
                    <a:pt x="7144" y="1507331"/>
                    <a:pt x="7144" y="1500092"/>
                  </a:cubicBezTo>
                  <a:cubicBezTo>
                    <a:pt x="7144" y="1493996"/>
                    <a:pt x="11144" y="1488948"/>
                    <a:pt x="16669" y="1487424"/>
                  </a:cubicBezTo>
                  <a:cubicBezTo>
                    <a:pt x="17812" y="1487043"/>
                    <a:pt x="19050" y="1486853"/>
                    <a:pt x="20288" y="1486853"/>
                  </a:cubicBezTo>
                  <a:cubicBezTo>
                    <a:pt x="21527" y="1486853"/>
                    <a:pt x="22670" y="1487043"/>
                    <a:pt x="23813" y="1487424"/>
                  </a:cubicBezTo>
                  <a:cubicBezTo>
                    <a:pt x="29337" y="1488853"/>
                    <a:pt x="33433" y="1493996"/>
                    <a:pt x="33433" y="1500092"/>
                  </a:cubicBezTo>
                  <a:close/>
                  <a:moveTo>
                    <a:pt x="176879" y="721423"/>
                  </a:moveTo>
                  <a:cubicBezTo>
                    <a:pt x="176879" y="714184"/>
                    <a:pt x="182785" y="708279"/>
                    <a:pt x="190024" y="708279"/>
                  </a:cubicBezTo>
                  <a:cubicBezTo>
                    <a:pt x="197263" y="708279"/>
                    <a:pt x="203168" y="714184"/>
                    <a:pt x="203168" y="721423"/>
                  </a:cubicBezTo>
                  <a:cubicBezTo>
                    <a:pt x="203168" y="728758"/>
                    <a:pt x="197263" y="734663"/>
                    <a:pt x="190024" y="734663"/>
                  </a:cubicBezTo>
                  <a:cubicBezTo>
                    <a:pt x="187738" y="734663"/>
                    <a:pt x="185547" y="734092"/>
                    <a:pt x="183642" y="732949"/>
                  </a:cubicBezTo>
                  <a:cubicBezTo>
                    <a:pt x="181546" y="731806"/>
                    <a:pt x="179737" y="730091"/>
                    <a:pt x="178594" y="727901"/>
                  </a:cubicBezTo>
                  <a:cubicBezTo>
                    <a:pt x="177451" y="725996"/>
                    <a:pt x="176879" y="723805"/>
                    <a:pt x="176879" y="721423"/>
                  </a:cubicBezTo>
                  <a:close/>
                  <a:moveTo>
                    <a:pt x="154781" y="1555052"/>
                  </a:moveTo>
                  <a:cubicBezTo>
                    <a:pt x="147542" y="1555052"/>
                    <a:pt x="141637" y="1549146"/>
                    <a:pt x="141637" y="1541907"/>
                  </a:cubicBezTo>
                  <a:cubicBezTo>
                    <a:pt x="141637" y="1535811"/>
                    <a:pt x="145733" y="1530763"/>
                    <a:pt x="151352" y="1529239"/>
                  </a:cubicBezTo>
                  <a:cubicBezTo>
                    <a:pt x="152495" y="1528953"/>
                    <a:pt x="153638" y="1528763"/>
                    <a:pt x="154781" y="1528763"/>
                  </a:cubicBezTo>
                  <a:cubicBezTo>
                    <a:pt x="156115" y="1528763"/>
                    <a:pt x="157353" y="1528953"/>
                    <a:pt x="158496" y="1529334"/>
                  </a:cubicBezTo>
                  <a:cubicBezTo>
                    <a:pt x="163925" y="1530953"/>
                    <a:pt x="167926" y="1536002"/>
                    <a:pt x="167926" y="1541907"/>
                  </a:cubicBezTo>
                  <a:cubicBezTo>
                    <a:pt x="167926" y="1549146"/>
                    <a:pt x="162020" y="1555052"/>
                    <a:pt x="154781" y="155505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37"/>
            <p:cNvSpPr/>
            <p:nvPr/>
          </p:nvSpPr>
          <p:spPr>
            <a:xfrm>
              <a:off x="7666005" y="3837621"/>
              <a:ext cx="75628" cy="444531"/>
            </a:xfrm>
            <a:custGeom>
              <a:avLst/>
              <a:gdLst/>
              <a:ahLst/>
              <a:cxnLst/>
              <a:rect l="l" t="t" r="r" b="b"/>
              <a:pathLst>
                <a:path w="75628" h="444531" extrusionOk="0">
                  <a:moveTo>
                    <a:pt x="58865" y="404146"/>
                  </a:moveTo>
                  <a:lnTo>
                    <a:pt x="58865" y="53816"/>
                  </a:lnTo>
                  <a:lnTo>
                    <a:pt x="30861" y="25813"/>
                  </a:lnTo>
                  <a:cubicBezTo>
                    <a:pt x="32576" y="23241"/>
                    <a:pt x="33528" y="20098"/>
                    <a:pt x="33528" y="16764"/>
                  </a:cubicBezTo>
                  <a:cubicBezTo>
                    <a:pt x="33528" y="7525"/>
                    <a:pt x="26003" y="0"/>
                    <a:pt x="16764" y="0"/>
                  </a:cubicBezTo>
                  <a:cubicBezTo>
                    <a:pt x="7525" y="0"/>
                    <a:pt x="0" y="7525"/>
                    <a:pt x="0" y="16764"/>
                  </a:cubicBezTo>
                  <a:cubicBezTo>
                    <a:pt x="0" y="26003"/>
                    <a:pt x="7525" y="33528"/>
                    <a:pt x="16764" y="33528"/>
                  </a:cubicBezTo>
                  <a:cubicBezTo>
                    <a:pt x="20098" y="33528"/>
                    <a:pt x="23146" y="32480"/>
                    <a:pt x="25813" y="30861"/>
                  </a:cubicBezTo>
                  <a:lnTo>
                    <a:pt x="25813" y="30861"/>
                  </a:lnTo>
                  <a:lnTo>
                    <a:pt x="51721" y="56769"/>
                  </a:lnTo>
                  <a:lnTo>
                    <a:pt x="51721" y="404146"/>
                  </a:lnTo>
                  <a:cubicBezTo>
                    <a:pt x="42196" y="405860"/>
                    <a:pt x="34957" y="414242"/>
                    <a:pt x="34957" y="424148"/>
                  </a:cubicBezTo>
                  <a:cubicBezTo>
                    <a:pt x="34957" y="435388"/>
                    <a:pt x="44101" y="444532"/>
                    <a:pt x="55341" y="444532"/>
                  </a:cubicBezTo>
                  <a:cubicBezTo>
                    <a:pt x="66485" y="444532"/>
                    <a:pt x="75629" y="435388"/>
                    <a:pt x="75629" y="424148"/>
                  </a:cubicBezTo>
                  <a:cubicBezTo>
                    <a:pt x="75629" y="414242"/>
                    <a:pt x="68294" y="405860"/>
                    <a:pt x="58865" y="404146"/>
                  </a:cubicBezTo>
                  <a:close/>
                  <a:moveTo>
                    <a:pt x="55341" y="437388"/>
                  </a:moveTo>
                  <a:cubicBezTo>
                    <a:pt x="48006" y="437388"/>
                    <a:pt x="42101" y="431483"/>
                    <a:pt x="42101" y="424148"/>
                  </a:cubicBezTo>
                  <a:cubicBezTo>
                    <a:pt x="42101" y="418147"/>
                    <a:pt x="46101" y="413099"/>
                    <a:pt x="51721" y="411575"/>
                  </a:cubicBezTo>
                  <a:cubicBezTo>
                    <a:pt x="52864" y="411194"/>
                    <a:pt x="54102" y="411004"/>
                    <a:pt x="55341" y="411004"/>
                  </a:cubicBezTo>
                  <a:cubicBezTo>
                    <a:pt x="56579" y="411004"/>
                    <a:pt x="57722" y="411194"/>
                    <a:pt x="58865" y="411575"/>
                  </a:cubicBezTo>
                  <a:cubicBezTo>
                    <a:pt x="64389" y="413004"/>
                    <a:pt x="68485" y="418147"/>
                    <a:pt x="68485" y="424148"/>
                  </a:cubicBezTo>
                  <a:cubicBezTo>
                    <a:pt x="68485" y="431483"/>
                    <a:pt x="62579" y="437388"/>
                    <a:pt x="55341" y="4373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37"/>
            <p:cNvSpPr/>
            <p:nvPr/>
          </p:nvSpPr>
          <p:spPr>
            <a:xfrm>
              <a:off x="7350442" y="3539870"/>
              <a:ext cx="240982" cy="701039"/>
            </a:xfrm>
            <a:custGeom>
              <a:avLst/>
              <a:gdLst/>
              <a:ahLst/>
              <a:cxnLst/>
              <a:rect l="l" t="t" r="r" b="b"/>
              <a:pathLst>
                <a:path w="240982" h="701039" extrusionOk="0">
                  <a:moveTo>
                    <a:pt x="227838" y="667893"/>
                  </a:moveTo>
                  <a:lnTo>
                    <a:pt x="227838" y="410146"/>
                  </a:lnTo>
                  <a:lnTo>
                    <a:pt x="160210" y="342519"/>
                  </a:lnTo>
                  <a:lnTo>
                    <a:pt x="160210" y="214503"/>
                  </a:lnTo>
                  <a:cubicBezTo>
                    <a:pt x="169545" y="212693"/>
                    <a:pt x="176689" y="204407"/>
                    <a:pt x="176689" y="194596"/>
                  </a:cubicBezTo>
                  <a:cubicBezTo>
                    <a:pt x="176689" y="183356"/>
                    <a:pt x="167545" y="174308"/>
                    <a:pt x="156400" y="174308"/>
                  </a:cubicBezTo>
                  <a:cubicBezTo>
                    <a:pt x="145161" y="174308"/>
                    <a:pt x="136017" y="183356"/>
                    <a:pt x="136017" y="194596"/>
                  </a:cubicBezTo>
                  <a:cubicBezTo>
                    <a:pt x="136017" y="204597"/>
                    <a:pt x="143446" y="212979"/>
                    <a:pt x="153067" y="214598"/>
                  </a:cubicBezTo>
                  <a:lnTo>
                    <a:pt x="153067" y="345472"/>
                  </a:lnTo>
                  <a:lnTo>
                    <a:pt x="220694" y="413099"/>
                  </a:lnTo>
                  <a:lnTo>
                    <a:pt x="220694" y="493681"/>
                  </a:lnTo>
                  <a:lnTo>
                    <a:pt x="103441" y="376428"/>
                  </a:lnTo>
                  <a:lnTo>
                    <a:pt x="103441" y="216122"/>
                  </a:lnTo>
                  <a:lnTo>
                    <a:pt x="23813" y="136493"/>
                  </a:lnTo>
                  <a:lnTo>
                    <a:pt x="23813" y="40291"/>
                  </a:lnTo>
                  <a:cubicBezTo>
                    <a:pt x="33242" y="38576"/>
                    <a:pt x="40576" y="30290"/>
                    <a:pt x="40576" y="20288"/>
                  </a:cubicBezTo>
                  <a:cubicBezTo>
                    <a:pt x="40576" y="9144"/>
                    <a:pt x="31432" y="0"/>
                    <a:pt x="20288" y="0"/>
                  </a:cubicBezTo>
                  <a:cubicBezTo>
                    <a:pt x="9049" y="0"/>
                    <a:pt x="0" y="9144"/>
                    <a:pt x="0" y="20288"/>
                  </a:cubicBezTo>
                  <a:cubicBezTo>
                    <a:pt x="0" y="30290"/>
                    <a:pt x="7144" y="38576"/>
                    <a:pt x="16669" y="40291"/>
                  </a:cubicBezTo>
                  <a:lnTo>
                    <a:pt x="16669" y="139446"/>
                  </a:lnTo>
                  <a:lnTo>
                    <a:pt x="96298" y="219075"/>
                  </a:lnTo>
                  <a:lnTo>
                    <a:pt x="96298" y="379381"/>
                  </a:lnTo>
                  <a:lnTo>
                    <a:pt x="220694" y="503777"/>
                  </a:lnTo>
                  <a:lnTo>
                    <a:pt x="220694" y="667893"/>
                  </a:lnTo>
                  <a:cubicBezTo>
                    <a:pt x="213169" y="669512"/>
                    <a:pt x="207454" y="676180"/>
                    <a:pt x="207454" y="684276"/>
                  </a:cubicBezTo>
                  <a:cubicBezTo>
                    <a:pt x="207454" y="693515"/>
                    <a:pt x="214979" y="701040"/>
                    <a:pt x="224218" y="701040"/>
                  </a:cubicBezTo>
                  <a:cubicBezTo>
                    <a:pt x="233458" y="701040"/>
                    <a:pt x="240982" y="693515"/>
                    <a:pt x="240982" y="684276"/>
                  </a:cubicBezTo>
                  <a:cubicBezTo>
                    <a:pt x="240887" y="676275"/>
                    <a:pt x="235267" y="669608"/>
                    <a:pt x="227838" y="667893"/>
                  </a:cubicBezTo>
                  <a:close/>
                  <a:moveTo>
                    <a:pt x="143161" y="194596"/>
                  </a:moveTo>
                  <a:cubicBezTo>
                    <a:pt x="143161" y="187357"/>
                    <a:pt x="149066" y="181451"/>
                    <a:pt x="156400" y="181451"/>
                  </a:cubicBezTo>
                  <a:cubicBezTo>
                    <a:pt x="163639" y="181451"/>
                    <a:pt x="169545" y="187357"/>
                    <a:pt x="169545" y="194596"/>
                  </a:cubicBezTo>
                  <a:cubicBezTo>
                    <a:pt x="169545" y="200501"/>
                    <a:pt x="165640" y="205550"/>
                    <a:pt x="160210" y="207074"/>
                  </a:cubicBezTo>
                  <a:cubicBezTo>
                    <a:pt x="158972" y="207550"/>
                    <a:pt x="157734" y="207740"/>
                    <a:pt x="156400" y="207740"/>
                  </a:cubicBezTo>
                  <a:cubicBezTo>
                    <a:pt x="155257" y="207740"/>
                    <a:pt x="154114" y="207550"/>
                    <a:pt x="153067" y="207264"/>
                  </a:cubicBezTo>
                  <a:cubicBezTo>
                    <a:pt x="147352" y="205835"/>
                    <a:pt x="143161" y="200692"/>
                    <a:pt x="143161" y="194596"/>
                  </a:cubicBezTo>
                  <a:close/>
                  <a:moveTo>
                    <a:pt x="7144" y="20288"/>
                  </a:moveTo>
                  <a:cubicBezTo>
                    <a:pt x="7144" y="13049"/>
                    <a:pt x="13049" y="7144"/>
                    <a:pt x="20288" y="7144"/>
                  </a:cubicBezTo>
                  <a:cubicBezTo>
                    <a:pt x="27527" y="7144"/>
                    <a:pt x="33433" y="13049"/>
                    <a:pt x="33433" y="20288"/>
                  </a:cubicBezTo>
                  <a:cubicBezTo>
                    <a:pt x="33433" y="26289"/>
                    <a:pt x="29337" y="31433"/>
                    <a:pt x="23813" y="32861"/>
                  </a:cubicBezTo>
                  <a:cubicBezTo>
                    <a:pt x="22669" y="33242"/>
                    <a:pt x="21526" y="33433"/>
                    <a:pt x="20288" y="33433"/>
                  </a:cubicBezTo>
                  <a:cubicBezTo>
                    <a:pt x="19050" y="33433"/>
                    <a:pt x="17812" y="33242"/>
                    <a:pt x="16669" y="32861"/>
                  </a:cubicBezTo>
                  <a:cubicBezTo>
                    <a:pt x="11144" y="31337"/>
                    <a:pt x="7144" y="26289"/>
                    <a:pt x="7144" y="2028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37"/>
            <p:cNvSpPr/>
            <p:nvPr/>
          </p:nvSpPr>
          <p:spPr>
            <a:xfrm>
              <a:off x="7557897" y="2823590"/>
              <a:ext cx="322706" cy="857440"/>
            </a:xfrm>
            <a:custGeom>
              <a:avLst/>
              <a:gdLst/>
              <a:ahLst/>
              <a:cxnLst/>
              <a:rect l="l" t="t" r="r" b="b"/>
              <a:pathLst>
                <a:path w="322706" h="857440" extrusionOk="0">
                  <a:moveTo>
                    <a:pt x="20098" y="824293"/>
                  </a:moveTo>
                  <a:lnTo>
                    <a:pt x="20098" y="561213"/>
                  </a:lnTo>
                  <a:lnTo>
                    <a:pt x="309563" y="271748"/>
                  </a:lnTo>
                  <a:lnTo>
                    <a:pt x="309563" y="33147"/>
                  </a:lnTo>
                  <a:cubicBezTo>
                    <a:pt x="317087" y="31528"/>
                    <a:pt x="322707" y="24860"/>
                    <a:pt x="322707" y="16764"/>
                  </a:cubicBezTo>
                  <a:cubicBezTo>
                    <a:pt x="322707" y="7525"/>
                    <a:pt x="315182" y="0"/>
                    <a:pt x="305943" y="0"/>
                  </a:cubicBezTo>
                  <a:cubicBezTo>
                    <a:pt x="296704" y="0"/>
                    <a:pt x="289179" y="7525"/>
                    <a:pt x="289179" y="16764"/>
                  </a:cubicBezTo>
                  <a:cubicBezTo>
                    <a:pt x="289179" y="24765"/>
                    <a:pt x="294799" y="31432"/>
                    <a:pt x="302323" y="33147"/>
                  </a:cubicBezTo>
                  <a:lnTo>
                    <a:pt x="302323" y="268796"/>
                  </a:lnTo>
                  <a:lnTo>
                    <a:pt x="12859" y="558260"/>
                  </a:lnTo>
                  <a:lnTo>
                    <a:pt x="12859" y="824389"/>
                  </a:lnTo>
                  <a:cubicBezTo>
                    <a:pt x="5524" y="826103"/>
                    <a:pt x="0" y="832771"/>
                    <a:pt x="0" y="840676"/>
                  </a:cubicBezTo>
                  <a:cubicBezTo>
                    <a:pt x="0" y="849916"/>
                    <a:pt x="7525" y="857441"/>
                    <a:pt x="16764" y="857441"/>
                  </a:cubicBezTo>
                  <a:cubicBezTo>
                    <a:pt x="26003" y="857441"/>
                    <a:pt x="33528" y="849916"/>
                    <a:pt x="33528" y="840676"/>
                  </a:cubicBezTo>
                  <a:cubicBezTo>
                    <a:pt x="33528" y="832580"/>
                    <a:pt x="27718" y="825818"/>
                    <a:pt x="20098" y="82429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200025" dist="19050" dir="5400000" algn="bl" rotWithShape="0">
                <a:schemeClr val="accent1">
                  <a:alpha val="6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2" name="Google Shape;442;p37"/>
          <p:cNvSpPr txBox="1">
            <a:spLocks noGrp="1"/>
          </p:cNvSpPr>
          <p:nvPr>
            <p:ph type="title" idx="8"/>
          </p:nvPr>
        </p:nvSpPr>
        <p:spPr>
          <a:xfrm>
            <a:off x="6731262" y="1885004"/>
            <a:ext cx="1787628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dirty="0"/>
              <a:t>PO–GR</a:t>
            </a:r>
            <a:br>
              <a:rPr lang="en-IN" dirty="0"/>
            </a:br>
            <a:r>
              <a:rPr lang="en-IN" dirty="0"/>
              <a:t>Invoice cross</a:t>
            </a:r>
            <a:br>
              <a:rPr lang="en-IN" dirty="0"/>
            </a:br>
            <a:r>
              <a:rPr lang="en-IN" dirty="0"/>
              <a:t>verification</a:t>
            </a:r>
            <a:endParaRPr dirty="0"/>
          </a:p>
        </p:txBody>
      </p:sp>
      <p:sp>
        <p:nvSpPr>
          <p:cNvPr id="443" name="Google Shape;443;p37"/>
          <p:cNvSpPr txBox="1">
            <a:spLocks noGrp="1"/>
          </p:cNvSpPr>
          <p:nvPr>
            <p:ph type="title" idx="4"/>
          </p:nvPr>
        </p:nvSpPr>
        <p:spPr>
          <a:xfrm>
            <a:off x="905167" y="4116440"/>
            <a:ext cx="1985601" cy="36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dirty="0"/>
              <a:t>Invoice velocity and pattern monitoring</a:t>
            </a:r>
            <a:endParaRPr dirty="0"/>
          </a:p>
        </p:txBody>
      </p:sp>
      <p:sp>
        <p:nvSpPr>
          <p:cNvPr id="445" name="Google Shape;445;p37"/>
          <p:cNvSpPr txBox="1">
            <a:spLocks noGrp="1"/>
          </p:cNvSpPr>
          <p:nvPr>
            <p:ph type="title" idx="6"/>
          </p:nvPr>
        </p:nvSpPr>
        <p:spPr>
          <a:xfrm>
            <a:off x="4007901" y="3677675"/>
            <a:ext cx="1722099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dirty="0"/>
              <a:t>invoice fingerprinting</a:t>
            </a:r>
            <a:endParaRPr dirty="0"/>
          </a:p>
        </p:txBody>
      </p:sp>
      <p:sp>
        <p:nvSpPr>
          <p:cNvPr id="447" name="Google Shape;447;p37"/>
          <p:cNvSpPr txBox="1">
            <a:spLocks noGrp="1"/>
          </p:cNvSpPr>
          <p:nvPr>
            <p:ph type="title" idx="13"/>
          </p:nvPr>
        </p:nvSpPr>
        <p:spPr>
          <a:xfrm>
            <a:off x="6964026" y="3495725"/>
            <a:ext cx="1322100" cy="36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IN" dirty="0"/>
              <a:t>automated alert generation</a:t>
            </a:r>
            <a:endParaRPr dirty="0"/>
          </a:p>
        </p:txBody>
      </p:sp>
      <p:sp>
        <p:nvSpPr>
          <p:cNvPr id="448" name="Google Shape;448;p37"/>
          <p:cNvSpPr txBox="1">
            <a:spLocks noGrp="1"/>
          </p:cNvSpPr>
          <p:nvPr>
            <p:ph type="title" idx="15"/>
          </p:nvPr>
        </p:nvSpPr>
        <p:spPr>
          <a:xfrm>
            <a:off x="742063" y="236375"/>
            <a:ext cx="77040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KEY </a:t>
            </a:r>
            <a:r>
              <a:rPr lang="en" sz="4800" dirty="0">
                <a:solidFill>
                  <a:schemeClr val="accent1"/>
                </a:solidFill>
              </a:rPr>
              <a:t>FEATURES</a:t>
            </a:r>
            <a:endParaRPr sz="4800" dirty="0">
              <a:solidFill>
                <a:schemeClr val="accent1"/>
              </a:solidFill>
            </a:endParaRPr>
          </a:p>
        </p:txBody>
      </p:sp>
      <p:sp>
        <p:nvSpPr>
          <p:cNvPr id="449" name="Google Shape;449;p37"/>
          <p:cNvSpPr txBox="1">
            <a:spLocks noGrp="1"/>
          </p:cNvSpPr>
          <p:nvPr>
            <p:ph type="title" idx="2"/>
          </p:nvPr>
        </p:nvSpPr>
        <p:spPr>
          <a:xfrm>
            <a:off x="4211550" y="1801886"/>
            <a:ext cx="17221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Cross-lender duplicate invoice detection </a:t>
            </a:r>
            <a:endParaRPr dirty="0"/>
          </a:p>
        </p:txBody>
      </p:sp>
      <p:sp>
        <p:nvSpPr>
          <p:cNvPr id="453" name="Google Shape;453;p37"/>
          <p:cNvSpPr/>
          <p:nvPr/>
        </p:nvSpPr>
        <p:spPr>
          <a:xfrm>
            <a:off x="1094120" y="1797503"/>
            <a:ext cx="81398" cy="81354"/>
          </a:xfrm>
          <a:custGeom>
            <a:avLst/>
            <a:gdLst/>
            <a:ahLst/>
            <a:cxnLst/>
            <a:rect l="l" t="t" r="r" b="b"/>
            <a:pathLst>
              <a:path w="1858" h="1857" extrusionOk="0">
                <a:moveTo>
                  <a:pt x="1229" y="628"/>
                </a:moveTo>
                <a:lnTo>
                  <a:pt x="1229" y="1255"/>
                </a:lnTo>
                <a:lnTo>
                  <a:pt x="601" y="1255"/>
                </a:lnTo>
                <a:lnTo>
                  <a:pt x="601" y="628"/>
                </a:lnTo>
                <a:close/>
                <a:moveTo>
                  <a:pt x="0" y="0"/>
                </a:moveTo>
                <a:lnTo>
                  <a:pt x="0" y="1856"/>
                </a:lnTo>
                <a:lnTo>
                  <a:pt x="1858" y="1856"/>
                </a:lnTo>
                <a:lnTo>
                  <a:pt x="185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4" name="Google Shape;454;p37"/>
          <p:cNvGrpSpPr/>
          <p:nvPr/>
        </p:nvGrpSpPr>
        <p:grpSpPr>
          <a:xfrm>
            <a:off x="3654702" y="1599222"/>
            <a:ext cx="337060" cy="477866"/>
            <a:chOff x="5663302" y="1522010"/>
            <a:chExt cx="260057" cy="368667"/>
          </a:xfrm>
        </p:grpSpPr>
        <p:sp>
          <p:nvSpPr>
            <p:cNvPr id="455" name="Google Shape;455;p37"/>
            <p:cNvSpPr/>
            <p:nvPr/>
          </p:nvSpPr>
          <p:spPr>
            <a:xfrm>
              <a:off x="5728484" y="1760141"/>
              <a:ext cx="194802" cy="130536"/>
            </a:xfrm>
            <a:custGeom>
              <a:avLst/>
              <a:gdLst/>
              <a:ahLst/>
              <a:cxnLst/>
              <a:rect l="l" t="t" r="r" b="b"/>
              <a:pathLst>
                <a:path w="5544" h="3715" extrusionOk="0">
                  <a:moveTo>
                    <a:pt x="1" y="1"/>
                  </a:moveTo>
                  <a:lnTo>
                    <a:pt x="1" y="2570"/>
                  </a:lnTo>
                  <a:lnTo>
                    <a:pt x="759" y="3714"/>
                  </a:lnTo>
                  <a:lnTo>
                    <a:pt x="1858" y="3714"/>
                  </a:lnTo>
                  <a:lnTo>
                    <a:pt x="1858" y="2608"/>
                  </a:lnTo>
                  <a:lnTo>
                    <a:pt x="1229" y="1990"/>
                  </a:lnTo>
                  <a:lnTo>
                    <a:pt x="1229" y="628"/>
                  </a:lnTo>
                  <a:lnTo>
                    <a:pt x="1830" y="628"/>
                  </a:lnTo>
                  <a:lnTo>
                    <a:pt x="1830" y="1735"/>
                  </a:lnTo>
                  <a:lnTo>
                    <a:pt x="2458" y="2352"/>
                  </a:lnTo>
                  <a:lnTo>
                    <a:pt x="2458" y="3714"/>
                  </a:lnTo>
                  <a:lnTo>
                    <a:pt x="3087" y="3714"/>
                  </a:lnTo>
                  <a:lnTo>
                    <a:pt x="3087" y="2353"/>
                  </a:lnTo>
                  <a:lnTo>
                    <a:pt x="3714" y="1736"/>
                  </a:lnTo>
                  <a:lnTo>
                    <a:pt x="3714" y="628"/>
                  </a:lnTo>
                  <a:lnTo>
                    <a:pt x="4315" y="628"/>
                  </a:lnTo>
                  <a:lnTo>
                    <a:pt x="4315" y="1990"/>
                  </a:lnTo>
                  <a:lnTo>
                    <a:pt x="3714" y="2608"/>
                  </a:lnTo>
                  <a:lnTo>
                    <a:pt x="3714" y="3714"/>
                  </a:lnTo>
                  <a:lnTo>
                    <a:pt x="4785" y="3714"/>
                  </a:lnTo>
                  <a:lnTo>
                    <a:pt x="5544" y="2570"/>
                  </a:lnTo>
                  <a:lnTo>
                    <a:pt x="55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7"/>
            <p:cNvSpPr/>
            <p:nvPr/>
          </p:nvSpPr>
          <p:spPr>
            <a:xfrm>
              <a:off x="5728484" y="1554618"/>
              <a:ext cx="32643" cy="79797"/>
            </a:xfrm>
            <a:custGeom>
              <a:avLst/>
              <a:gdLst/>
              <a:ahLst/>
              <a:cxnLst/>
              <a:rect l="l" t="t" r="r" b="b"/>
              <a:pathLst>
                <a:path w="929" h="2271" extrusionOk="0">
                  <a:moveTo>
                    <a:pt x="464" y="0"/>
                  </a:moveTo>
                  <a:cubicBezTo>
                    <a:pt x="208" y="0"/>
                    <a:pt x="1" y="208"/>
                    <a:pt x="1" y="463"/>
                  </a:cubicBezTo>
                  <a:lnTo>
                    <a:pt x="1" y="2270"/>
                  </a:lnTo>
                  <a:cubicBezTo>
                    <a:pt x="149" y="2200"/>
                    <a:pt x="308" y="2166"/>
                    <a:pt x="464" y="2166"/>
                  </a:cubicBezTo>
                  <a:cubicBezTo>
                    <a:pt x="625" y="2166"/>
                    <a:pt x="784" y="2202"/>
                    <a:pt x="929" y="2270"/>
                  </a:cubicBezTo>
                  <a:lnTo>
                    <a:pt x="929" y="472"/>
                  </a:lnTo>
                  <a:cubicBezTo>
                    <a:pt x="929" y="252"/>
                    <a:pt x="752" y="36"/>
                    <a:pt x="533" y="5"/>
                  </a:cubicBezTo>
                  <a:cubicBezTo>
                    <a:pt x="510" y="2"/>
                    <a:pt x="487" y="0"/>
                    <a:pt x="4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7"/>
            <p:cNvSpPr/>
            <p:nvPr/>
          </p:nvSpPr>
          <p:spPr>
            <a:xfrm>
              <a:off x="5782210" y="1522010"/>
              <a:ext cx="32643" cy="112440"/>
            </a:xfrm>
            <a:custGeom>
              <a:avLst/>
              <a:gdLst/>
              <a:ahLst/>
              <a:cxnLst/>
              <a:rect l="l" t="t" r="r" b="b"/>
              <a:pathLst>
                <a:path w="929" h="3200" extrusionOk="0">
                  <a:moveTo>
                    <a:pt x="466" y="0"/>
                  </a:moveTo>
                  <a:cubicBezTo>
                    <a:pt x="209" y="0"/>
                    <a:pt x="1" y="209"/>
                    <a:pt x="1" y="465"/>
                  </a:cubicBezTo>
                  <a:lnTo>
                    <a:pt x="1" y="3200"/>
                  </a:lnTo>
                  <a:cubicBezTo>
                    <a:pt x="148" y="3130"/>
                    <a:pt x="307" y="3095"/>
                    <a:pt x="465" y="3095"/>
                  </a:cubicBezTo>
                  <a:cubicBezTo>
                    <a:pt x="624" y="3095"/>
                    <a:pt x="782" y="3130"/>
                    <a:pt x="929" y="3200"/>
                  </a:cubicBezTo>
                  <a:lnTo>
                    <a:pt x="929" y="474"/>
                  </a:lnTo>
                  <a:cubicBezTo>
                    <a:pt x="929" y="254"/>
                    <a:pt x="752" y="36"/>
                    <a:pt x="533" y="5"/>
                  </a:cubicBezTo>
                  <a:cubicBezTo>
                    <a:pt x="510" y="2"/>
                    <a:pt x="488" y="0"/>
                    <a:pt x="4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7"/>
            <p:cNvSpPr/>
            <p:nvPr/>
          </p:nvSpPr>
          <p:spPr>
            <a:xfrm>
              <a:off x="5836920" y="1543726"/>
              <a:ext cx="32643" cy="90725"/>
            </a:xfrm>
            <a:custGeom>
              <a:avLst/>
              <a:gdLst/>
              <a:ahLst/>
              <a:cxnLst/>
              <a:rect l="l" t="t" r="r" b="b"/>
              <a:pathLst>
                <a:path w="929" h="2582" extrusionOk="0">
                  <a:moveTo>
                    <a:pt x="464" y="1"/>
                  </a:moveTo>
                  <a:cubicBezTo>
                    <a:pt x="208" y="1"/>
                    <a:pt x="1" y="209"/>
                    <a:pt x="1" y="465"/>
                  </a:cubicBezTo>
                  <a:lnTo>
                    <a:pt x="1" y="2582"/>
                  </a:lnTo>
                  <a:cubicBezTo>
                    <a:pt x="147" y="2512"/>
                    <a:pt x="306" y="2477"/>
                    <a:pt x="465" y="2477"/>
                  </a:cubicBezTo>
                  <a:cubicBezTo>
                    <a:pt x="624" y="2477"/>
                    <a:pt x="782" y="2512"/>
                    <a:pt x="929" y="2582"/>
                  </a:cubicBezTo>
                  <a:lnTo>
                    <a:pt x="929" y="474"/>
                  </a:lnTo>
                  <a:cubicBezTo>
                    <a:pt x="929" y="253"/>
                    <a:pt x="752" y="37"/>
                    <a:pt x="533" y="6"/>
                  </a:cubicBezTo>
                  <a:cubicBezTo>
                    <a:pt x="510" y="2"/>
                    <a:pt x="487" y="1"/>
                    <a:pt x="4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7"/>
            <p:cNvSpPr/>
            <p:nvPr/>
          </p:nvSpPr>
          <p:spPr>
            <a:xfrm>
              <a:off x="5890646" y="1565441"/>
              <a:ext cx="32643" cy="68975"/>
            </a:xfrm>
            <a:custGeom>
              <a:avLst/>
              <a:gdLst/>
              <a:ahLst/>
              <a:cxnLst/>
              <a:rect l="l" t="t" r="r" b="b"/>
              <a:pathLst>
                <a:path w="929" h="1963" extrusionOk="0">
                  <a:moveTo>
                    <a:pt x="465" y="1"/>
                  </a:moveTo>
                  <a:cubicBezTo>
                    <a:pt x="209" y="1"/>
                    <a:pt x="1" y="209"/>
                    <a:pt x="1" y="465"/>
                  </a:cubicBezTo>
                  <a:lnTo>
                    <a:pt x="1" y="1962"/>
                  </a:lnTo>
                  <a:cubicBezTo>
                    <a:pt x="148" y="1891"/>
                    <a:pt x="306" y="1857"/>
                    <a:pt x="463" y="1857"/>
                  </a:cubicBezTo>
                  <a:cubicBezTo>
                    <a:pt x="624" y="1857"/>
                    <a:pt x="784" y="1893"/>
                    <a:pt x="929" y="1962"/>
                  </a:cubicBezTo>
                  <a:lnTo>
                    <a:pt x="929" y="465"/>
                  </a:lnTo>
                  <a:cubicBezTo>
                    <a:pt x="929" y="209"/>
                    <a:pt x="720" y="1"/>
                    <a:pt x="4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7"/>
            <p:cNvSpPr/>
            <p:nvPr/>
          </p:nvSpPr>
          <p:spPr>
            <a:xfrm>
              <a:off x="5728308" y="1652232"/>
              <a:ext cx="32537" cy="32537"/>
            </a:xfrm>
            <a:custGeom>
              <a:avLst/>
              <a:gdLst/>
              <a:ahLst/>
              <a:cxnLst/>
              <a:rect l="l" t="t" r="r" b="b"/>
              <a:pathLst>
                <a:path w="926" h="926" extrusionOk="0">
                  <a:moveTo>
                    <a:pt x="463" y="1"/>
                  </a:moveTo>
                  <a:cubicBezTo>
                    <a:pt x="207" y="1"/>
                    <a:pt x="0" y="207"/>
                    <a:pt x="0" y="463"/>
                  </a:cubicBezTo>
                  <a:cubicBezTo>
                    <a:pt x="0" y="719"/>
                    <a:pt x="207" y="926"/>
                    <a:pt x="463" y="926"/>
                  </a:cubicBezTo>
                  <a:cubicBezTo>
                    <a:pt x="718" y="926"/>
                    <a:pt x="925" y="719"/>
                    <a:pt x="925" y="463"/>
                  </a:cubicBezTo>
                  <a:cubicBezTo>
                    <a:pt x="925" y="207"/>
                    <a:pt x="717" y="1"/>
                    <a:pt x="4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7"/>
            <p:cNvSpPr/>
            <p:nvPr/>
          </p:nvSpPr>
          <p:spPr>
            <a:xfrm>
              <a:off x="5782491" y="1652232"/>
              <a:ext cx="32537" cy="32537"/>
            </a:xfrm>
            <a:custGeom>
              <a:avLst/>
              <a:gdLst/>
              <a:ahLst/>
              <a:cxnLst/>
              <a:rect l="l" t="t" r="r" b="b"/>
              <a:pathLst>
                <a:path w="926" h="926" extrusionOk="0">
                  <a:moveTo>
                    <a:pt x="463" y="1"/>
                  </a:moveTo>
                  <a:cubicBezTo>
                    <a:pt x="207" y="1"/>
                    <a:pt x="0" y="207"/>
                    <a:pt x="0" y="463"/>
                  </a:cubicBezTo>
                  <a:cubicBezTo>
                    <a:pt x="0" y="719"/>
                    <a:pt x="207" y="926"/>
                    <a:pt x="463" y="926"/>
                  </a:cubicBezTo>
                  <a:cubicBezTo>
                    <a:pt x="717" y="926"/>
                    <a:pt x="925" y="719"/>
                    <a:pt x="925" y="463"/>
                  </a:cubicBezTo>
                  <a:cubicBezTo>
                    <a:pt x="925" y="207"/>
                    <a:pt x="717" y="1"/>
                    <a:pt x="4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7"/>
            <p:cNvSpPr/>
            <p:nvPr/>
          </p:nvSpPr>
          <p:spPr>
            <a:xfrm>
              <a:off x="5890822" y="1652232"/>
              <a:ext cx="32537" cy="32537"/>
            </a:xfrm>
            <a:custGeom>
              <a:avLst/>
              <a:gdLst/>
              <a:ahLst/>
              <a:cxnLst/>
              <a:rect l="l" t="t" r="r" b="b"/>
              <a:pathLst>
                <a:path w="926" h="926" extrusionOk="0">
                  <a:moveTo>
                    <a:pt x="463" y="1"/>
                  </a:moveTo>
                  <a:cubicBezTo>
                    <a:pt x="208" y="1"/>
                    <a:pt x="0" y="207"/>
                    <a:pt x="0" y="463"/>
                  </a:cubicBezTo>
                  <a:cubicBezTo>
                    <a:pt x="0" y="719"/>
                    <a:pt x="207" y="926"/>
                    <a:pt x="463" y="926"/>
                  </a:cubicBezTo>
                  <a:cubicBezTo>
                    <a:pt x="718" y="926"/>
                    <a:pt x="925" y="719"/>
                    <a:pt x="925" y="463"/>
                  </a:cubicBezTo>
                  <a:cubicBezTo>
                    <a:pt x="925" y="207"/>
                    <a:pt x="718" y="1"/>
                    <a:pt x="4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7"/>
            <p:cNvSpPr/>
            <p:nvPr/>
          </p:nvSpPr>
          <p:spPr>
            <a:xfrm>
              <a:off x="5836604" y="1652232"/>
              <a:ext cx="32537" cy="32537"/>
            </a:xfrm>
            <a:custGeom>
              <a:avLst/>
              <a:gdLst/>
              <a:ahLst/>
              <a:cxnLst/>
              <a:rect l="l" t="t" r="r" b="b"/>
              <a:pathLst>
                <a:path w="926" h="926" extrusionOk="0">
                  <a:moveTo>
                    <a:pt x="463" y="1"/>
                  </a:moveTo>
                  <a:cubicBezTo>
                    <a:pt x="209" y="1"/>
                    <a:pt x="1" y="207"/>
                    <a:pt x="1" y="463"/>
                  </a:cubicBezTo>
                  <a:cubicBezTo>
                    <a:pt x="1" y="719"/>
                    <a:pt x="209" y="926"/>
                    <a:pt x="463" y="926"/>
                  </a:cubicBezTo>
                  <a:cubicBezTo>
                    <a:pt x="719" y="926"/>
                    <a:pt x="926" y="719"/>
                    <a:pt x="926" y="463"/>
                  </a:cubicBezTo>
                  <a:cubicBezTo>
                    <a:pt x="926" y="207"/>
                    <a:pt x="719" y="1"/>
                    <a:pt x="4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7"/>
            <p:cNvSpPr/>
            <p:nvPr/>
          </p:nvSpPr>
          <p:spPr>
            <a:xfrm>
              <a:off x="5663302" y="1630517"/>
              <a:ext cx="32608" cy="36332"/>
            </a:xfrm>
            <a:custGeom>
              <a:avLst/>
              <a:gdLst/>
              <a:ahLst/>
              <a:cxnLst/>
              <a:rect l="l" t="t" r="r" b="b"/>
              <a:pathLst>
                <a:path w="928" h="1034" extrusionOk="0">
                  <a:moveTo>
                    <a:pt x="463" y="1"/>
                  </a:moveTo>
                  <a:cubicBezTo>
                    <a:pt x="207" y="1"/>
                    <a:pt x="0" y="209"/>
                    <a:pt x="0" y="464"/>
                  </a:cubicBezTo>
                  <a:lnTo>
                    <a:pt x="0" y="1034"/>
                  </a:lnTo>
                  <a:cubicBezTo>
                    <a:pt x="145" y="964"/>
                    <a:pt x="304" y="929"/>
                    <a:pt x="463" y="929"/>
                  </a:cubicBezTo>
                  <a:cubicBezTo>
                    <a:pt x="621" y="929"/>
                    <a:pt x="780" y="963"/>
                    <a:pt x="928" y="1034"/>
                  </a:cubicBezTo>
                  <a:lnTo>
                    <a:pt x="928" y="473"/>
                  </a:lnTo>
                  <a:cubicBezTo>
                    <a:pt x="928" y="253"/>
                    <a:pt x="751" y="37"/>
                    <a:pt x="532" y="6"/>
                  </a:cubicBezTo>
                  <a:cubicBezTo>
                    <a:pt x="509" y="3"/>
                    <a:pt x="486" y="1"/>
                    <a:pt x="4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7"/>
            <p:cNvSpPr/>
            <p:nvPr/>
          </p:nvSpPr>
          <p:spPr>
            <a:xfrm>
              <a:off x="5663302" y="1684735"/>
              <a:ext cx="32537" cy="32537"/>
            </a:xfrm>
            <a:custGeom>
              <a:avLst/>
              <a:gdLst/>
              <a:ahLst/>
              <a:cxnLst/>
              <a:rect l="l" t="t" r="r" b="b"/>
              <a:pathLst>
                <a:path w="926" h="926" extrusionOk="0">
                  <a:moveTo>
                    <a:pt x="463" y="1"/>
                  </a:moveTo>
                  <a:cubicBezTo>
                    <a:pt x="207" y="1"/>
                    <a:pt x="0" y="209"/>
                    <a:pt x="0" y="463"/>
                  </a:cubicBezTo>
                  <a:cubicBezTo>
                    <a:pt x="0" y="719"/>
                    <a:pt x="207" y="926"/>
                    <a:pt x="463" y="926"/>
                  </a:cubicBezTo>
                  <a:cubicBezTo>
                    <a:pt x="717" y="926"/>
                    <a:pt x="925" y="719"/>
                    <a:pt x="925" y="463"/>
                  </a:cubicBezTo>
                  <a:cubicBezTo>
                    <a:pt x="925" y="207"/>
                    <a:pt x="718" y="1"/>
                    <a:pt x="4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7"/>
            <p:cNvSpPr/>
            <p:nvPr/>
          </p:nvSpPr>
          <p:spPr>
            <a:xfrm>
              <a:off x="5728484" y="1702866"/>
              <a:ext cx="32643" cy="36192"/>
            </a:xfrm>
            <a:custGeom>
              <a:avLst/>
              <a:gdLst/>
              <a:ahLst/>
              <a:cxnLst/>
              <a:rect l="l" t="t" r="r" b="b"/>
              <a:pathLst>
                <a:path w="929" h="1030" extrusionOk="0">
                  <a:moveTo>
                    <a:pt x="1" y="1"/>
                  </a:moveTo>
                  <a:lnTo>
                    <a:pt x="1" y="1030"/>
                  </a:lnTo>
                  <a:lnTo>
                    <a:pt x="929" y="1030"/>
                  </a:lnTo>
                  <a:lnTo>
                    <a:pt x="929" y="1"/>
                  </a:lnTo>
                  <a:cubicBezTo>
                    <a:pt x="784" y="69"/>
                    <a:pt x="624" y="105"/>
                    <a:pt x="464" y="105"/>
                  </a:cubicBezTo>
                  <a:cubicBezTo>
                    <a:pt x="307" y="105"/>
                    <a:pt x="149" y="7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7"/>
            <p:cNvSpPr/>
            <p:nvPr/>
          </p:nvSpPr>
          <p:spPr>
            <a:xfrm>
              <a:off x="5782210" y="1702866"/>
              <a:ext cx="32643" cy="36192"/>
            </a:xfrm>
            <a:custGeom>
              <a:avLst/>
              <a:gdLst/>
              <a:ahLst/>
              <a:cxnLst/>
              <a:rect l="l" t="t" r="r" b="b"/>
              <a:pathLst>
                <a:path w="929" h="1030" extrusionOk="0">
                  <a:moveTo>
                    <a:pt x="1" y="1"/>
                  </a:moveTo>
                  <a:lnTo>
                    <a:pt x="1" y="1030"/>
                  </a:lnTo>
                  <a:lnTo>
                    <a:pt x="929" y="1030"/>
                  </a:lnTo>
                  <a:lnTo>
                    <a:pt x="929" y="1"/>
                  </a:lnTo>
                  <a:cubicBezTo>
                    <a:pt x="782" y="70"/>
                    <a:pt x="623" y="105"/>
                    <a:pt x="464" y="105"/>
                  </a:cubicBezTo>
                  <a:cubicBezTo>
                    <a:pt x="306" y="105"/>
                    <a:pt x="148" y="70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7"/>
            <p:cNvSpPr/>
            <p:nvPr/>
          </p:nvSpPr>
          <p:spPr>
            <a:xfrm>
              <a:off x="5836920" y="1702866"/>
              <a:ext cx="32643" cy="36192"/>
            </a:xfrm>
            <a:custGeom>
              <a:avLst/>
              <a:gdLst/>
              <a:ahLst/>
              <a:cxnLst/>
              <a:rect l="l" t="t" r="r" b="b"/>
              <a:pathLst>
                <a:path w="929" h="1030" extrusionOk="0">
                  <a:moveTo>
                    <a:pt x="1" y="1"/>
                  </a:moveTo>
                  <a:lnTo>
                    <a:pt x="1" y="1030"/>
                  </a:lnTo>
                  <a:lnTo>
                    <a:pt x="929" y="1030"/>
                  </a:lnTo>
                  <a:lnTo>
                    <a:pt x="929" y="1"/>
                  </a:lnTo>
                  <a:cubicBezTo>
                    <a:pt x="782" y="70"/>
                    <a:pt x="623" y="105"/>
                    <a:pt x="464" y="105"/>
                  </a:cubicBezTo>
                  <a:cubicBezTo>
                    <a:pt x="305" y="105"/>
                    <a:pt x="147" y="70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7"/>
            <p:cNvSpPr/>
            <p:nvPr/>
          </p:nvSpPr>
          <p:spPr>
            <a:xfrm>
              <a:off x="5890646" y="1702866"/>
              <a:ext cx="32643" cy="36192"/>
            </a:xfrm>
            <a:custGeom>
              <a:avLst/>
              <a:gdLst/>
              <a:ahLst/>
              <a:cxnLst/>
              <a:rect l="l" t="t" r="r" b="b"/>
              <a:pathLst>
                <a:path w="929" h="1030" extrusionOk="0">
                  <a:moveTo>
                    <a:pt x="1" y="1"/>
                  </a:moveTo>
                  <a:lnTo>
                    <a:pt x="1" y="1030"/>
                  </a:lnTo>
                  <a:lnTo>
                    <a:pt x="929" y="1030"/>
                  </a:lnTo>
                  <a:lnTo>
                    <a:pt x="929" y="1"/>
                  </a:lnTo>
                  <a:cubicBezTo>
                    <a:pt x="784" y="69"/>
                    <a:pt x="625" y="105"/>
                    <a:pt x="464" y="105"/>
                  </a:cubicBezTo>
                  <a:cubicBezTo>
                    <a:pt x="308" y="105"/>
                    <a:pt x="150" y="7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7"/>
            <p:cNvSpPr/>
            <p:nvPr/>
          </p:nvSpPr>
          <p:spPr>
            <a:xfrm>
              <a:off x="5673879" y="1727498"/>
              <a:ext cx="32608" cy="49544"/>
            </a:xfrm>
            <a:custGeom>
              <a:avLst/>
              <a:gdLst/>
              <a:ahLst/>
              <a:cxnLst/>
              <a:rect l="l" t="t" r="r" b="b"/>
              <a:pathLst>
                <a:path w="928" h="1410" extrusionOk="0">
                  <a:moveTo>
                    <a:pt x="927" y="0"/>
                  </a:moveTo>
                  <a:cubicBezTo>
                    <a:pt x="724" y="208"/>
                    <a:pt x="449" y="325"/>
                    <a:pt x="158" y="325"/>
                  </a:cubicBezTo>
                  <a:cubicBezTo>
                    <a:pt x="106" y="325"/>
                    <a:pt x="54" y="322"/>
                    <a:pt x="1" y="314"/>
                  </a:cubicBezTo>
                  <a:lnTo>
                    <a:pt x="1" y="314"/>
                  </a:lnTo>
                  <a:lnTo>
                    <a:pt x="927" y="1410"/>
                  </a:lnTo>
                  <a:lnTo>
                    <a:pt x="9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1" name="Google Shape;471;p37"/>
          <p:cNvGrpSpPr/>
          <p:nvPr/>
        </p:nvGrpSpPr>
        <p:grpSpPr>
          <a:xfrm>
            <a:off x="905157" y="3342903"/>
            <a:ext cx="459361" cy="450505"/>
            <a:chOff x="3162241" y="3336368"/>
            <a:chExt cx="375694" cy="368421"/>
          </a:xfrm>
        </p:grpSpPr>
        <p:sp>
          <p:nvSpPr>
            <p:cNvPr id="472" name="Google Shape;472;p37"/>
            <p:cNvSpPr/>
            <p:nvPr/>
          </p:nvSpPr>
          <p:spPr>
            <a:xfrm>
              <a:off x="3272680" y="3382434"/>
              <a:ext cx="61139" cy="61174"/>
            </a:xfrm>
            <a:custGeom>
              <a:avLst/>
              <a:gdLst/>
              <a:ahLst/>
              <a:cxnLst/>
              <a:rect l="l" t="t" r="r" b="b"/>
              <a:pathLst>
                <a:path w="1740" h="1741" extrusionOk="0">
                  <a:moveTo>
                    <a:pt x="871" y="0"/>
                  </a:moveTo>
                  <a:lnTo>
                    <a:pt x="1" y="870"/>
                  </a:lnTo>
                  <a:lnTo>
                    <a:pt x="871" y="1740"/>
                  </a:lnTo>
                  <a:lnTo>
                    <a:pt x="1739" y="870"/>
                  </a:lnTo>
                  <a:lnTo>
                    <a:pt x="8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7"/>
            <p:cNvSpPr/>
            <p:nvPr/>
          </p:nvSpPr>
          <p:spPr>
            <a:xfrm>
              <a:off x="3226860" y="3336649"/>
              <a:ext cx="61139" cy="61104"/>
            </a:xfrm>
            <a:custGeom>
              <a:avLst/>
              <a:gdLst/>
              <a:ahLst/>
              <a:cxnLst/>
              <a:rect l="l" t="t" r="r" b="b"/>
              <a:pathLst>
                <a:path w="1740" h="1739" extrusionOk="0">
                  <a:moveTo>
                    <a:pt x="871" y="0"/>
                  </a:moveTo>
                  <a:lnTo>
                    <a:pt x="1" y="869"/>
                  </a:lnTo>
                  <a:lnTo>
                    <a:pt x="871" y="1739"/>
                  </a:lnTo>
                  <a:lnTo>
                    <a:pt x="1739" y="869"/>
                  </a:lnTo>
                  <a:lnTo>
                    <a:pt x="8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7"/>
            <p:cNvSpPr/>
            <p:nvPr/>
          </p:nvSpPr>
          <p:spPr>
            <a:xfrm>
              <a:off x="3181040" y="3382434"/>
              <a:ext cx="61104" cy="61174"/>
            </a:xfrm>
            <a:custGeom>
              <a:avLst/>
              <a:gdLst/>
              <a:ahLst/>
              <a:cxnLst/>
              <a:rect l="l" t="t" r="r" b="b"/>
              <a:pathLst>
                <a:path w="1739" h="1741" extrusionOk="0">
                  <a:moveTo>
                    <a:pt x="870" y="0"/>
                  </a:moveTo>
                  <a:lnTo>
                    <a:pt x="0" y="870"/>
                  </a:lnTo>
                  <a:lnTo>
                    <a:pt x="870" y="1740"/>
                  </a:lnTo>
                  <a:lnTo>
                    <a:pt x="1739" y="870"/>
                  </a:lnTo>
                  <a:lnTo>
                    <a:pt x="8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7"/>
            <p:cNvSpPr/>
            <p:nvPr/>
          </p:nvSpPr>
          <p:spPr>
            <a:xfrm>
              <a:off x="3226860" y="3428254"/>
              <a:ext cx="61139" cy="61104"/>
            </a:xfrm>
            <a:custGeom>
              <a:avLst/>
              <a:gdLst/>
              <a:ahLst/>
              <a:cxnLst/>
              <a:rect l="l" t="t" r="r" b="b"/>
              <a:pathLst>
                <a:path w="1740" h="1739" extrusionOk="0">
                  <a:moveTo>
                    <a:pt x="871" y="0"/>
                  </a:moveTo>
                  <a:lnTo>
                    <a:pt x="1" y="870"/>
                  </a:lnTo>
                  <a:lnTo>
                    <a:pt x="871" y="1739"/>
                  </a:lnTo>
                  <a:lnTo>
                    <a:pt x="1739" y="870"/>
                  </a:lnTo>
                  <a:lnTo>
                    <a:pt x="8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7"/>
            <p:cNvSpPr/>
            <p:nvPr/>
          </p:nvSpPr>
          <p:spPr>
            <a:xfrm>
              <a:off x="3425425" y="3535214"/>
              <a:ext cx="61139" cy="61139"/>
            </a:xfrm>
            <a:custGeom>
              <a:avLst/>
              <a:gdLst/>
              <a:ahLst/>
              <a:cxnLst/>
              <a:rect l="l" t="t" r="r" b="b"/>
              <a:pathLst>
                <a:path w="1740" h="1740" extrusionOk="0">
                  <a:moveTo>
                    <a:pt x="869" y="1"/>
                  </a:moveTo>
                  <a:lnTo>
                    <a:pt x="1" y="869"/>
                  </a:lnTo>
                  <a:lnTo>
                    <a:pt x="869" y="1739"/>
                  </a:lnTo>
                  <a:lnTo>
                    <a:pt x="1739" y="869"/>
                  </a:lnTo>
                  <a:lnTo>
                    <a:pt x="8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7"/>
            <p:cNvSpPr/>
            <p:nvPr/>
          </p:nvSpPr>
          <p:spPr>
            <a:xfrm>
              <a:off x="3425390" y="3626819"/>
              <a:ext cx="61174" cy="61174"/>
            </a:xfrm>
            <a:custGeom>
              <a:avLst/>
              <a:gdLst/>
              <a:ahLst/>
              <a:cxnLst/>
              <a:rect l="l" t="t" r="r" b="b"/>
              <a:pathLst>
                <a:path w="1741" h="1741" extrusionOk="0">
                  <a:moveTo>
                    <a:pt x="870" y="1"/>
                  </a:moveTo>
                  <a:lnTo>
                    <a:pt x="0" y="871"/>
                  </a:lnTo>
                  <a:lnTo>
                    <a:pt x="870" y="1740"/>
                  </a:lnTo>
                  <a:lnTo>
                    <a:pt x="1740" y="871"/>
                  </a:lnTo>
                  <a:lnTo>
                    <a:pt x="8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7"/>
            <p:cNvSpPr/>
            <p:nvPr/>
          </p:nvSpPr>
          <p:spPr>
            <a:xfrm>
              <a:off x="3471210" y="3581034"/>
              <a:ext cx="61174" cy="61139"/>
            </a:xfrm>
            <a:custGeom>
              <a:avLst/>
              <a:gdLst/>
              <a:ahLst/>
              <a:cxnLst/>
              <a:rect l="l" t="t" r="r" b="b"/>
              <a:pathLst>
                <a:path w="1741" h="1740" extrusionOk="0">
                  <a:moveTo>
                    <a:pt x="871" y="1"/>
                  </a:moveTo>
                  <a:lnTo>
                    <a:pt x="1" y="869"/>
                  </a:lnTo>
                  <a:lnTo>
                    <a:pt x="871" y="1739"/>
                  </a:lnTo>
                  <a:lnTo>
                    <a:pt x="1741" y="869"/>
                  </a:lnTo>
                  <a:lnTo>
                    <a:pt x="8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7"/>
            <p:cNvSpPr/>
            <p:nvPr/>
          </p:nvSpPr>
          <p:spPr>
            <a:xfrm>
              <a:off x="3379605" y="3580999"/>
              <a:ext cx="61139" cy="61174"/>
            </a:xfrm>
            <a:custGeom>
              <a:avLst/>
              <a:gdLst/>
              <a:ahLst/>
              <a:cxnLst/>
              <a:rect l="l" t="t" r="r" b="b"/>
              <a:pathLst>
                <a:path w="1740" h="1741" extrusionOk="0">
                  <a:moveTo>
                    <a:pt x="869" y="0"/>
                  </a:moveTo>
                  <a:lnTo>
                    <a:pt x="1" y="870"/>
                  </a:lnTo>
                  <a:lnTo>
                    <a:pt x="869" y="1740"/>
                  </a:lnTo>
                  <a:lnTo>
                    <a:pt x="1739" y="870"/>
                  </a:lnTo>
                  <a:lnTo>
                    <a:pt x="8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7"/>
            <p:cNvSpPr/>
            <p:nvPr/>
          </p:nvSpPr>
          <p:spPr>
            <a:xfrm>
              <a:off x="3364074" y="3336368"/>
              <a:ext cx="173860" cy="168555"/>
            </a:xfrm>
            <a:custGeom>
              <a:avLst/>
              <a:gdLst/>
              <a:ahLst/>
              <a:cxnLst/>
              <a:rect l="l" t="t" r="r" b="b"/>
              <a:pathLst>
                <a:path w="4948" h="4797" extrusionOk="0">
                  <a:moveTo>
                    <a:pt x="3262" y="1"/>
                  </a:moveTo>
                  <a:cubicBezTo>
                    <a:pt x="2868" y="1"/>
                    <a:pt x="2475" y="150"/>
                    <a:pt x="2175" y="450"/>
                  </a:cubicBezTo>
                  <a:lnTo>
                    <a:pt x="1522" y="1101"/>
                  </a:lnTo>
                  <a:lnTo>
                    <a:pt x="2392" y="1971"/>
                  </a:lnTo>
                  <a:lnTo>
                    <a:pt x="1958" y="2406"/>
                  </a:lnTo>
                  <a:lnTo>
                    <a:pt x="871" y="1319"/>
                  </a:lnTo>
                  <a:lnTo>
                    <a:pt x="1" y="2189"/>
                  </a:lnTo>
                  <a:lnTo>
                    <a:pt x="2609" y="4797"/>
                  </a:lnTo>
                  <a:lnTo>
                    <a:pt x="3479" y="3927"/>
                  </a:lnTo>
                  <a:lnTo>
                    <a:pt x="2392" y="2841"/>
                  </a:lnTo>
                  <a:lnTo>
                    <a:pt x="2826" y="2406"/>
                  </a:lnTo>
                  <a:lnTo>
                    <a:pt x="3696" y="3276"/>
                  </a:lnTo>
                  <a:lnTo>
                    <a:pt x="4349" y="2623"/>
                  </a:lnTo>
                  <a:cubicBezTo>
                    <a:pt x="4947" y="2023"/>
                    <a:pt x="4947" y="1049"/>
                    <a:pt x="4349" y="450"/>
                  </a:cubicBezTo>
                  <a:cubicBezTo>
                    <a:pt x="4050" y="150"/>
                    <a:pt x="3656" y="1"/>
                    <a:pt x="32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7"/>
            <p:cNvSpPr/>
            <p:nvPr/>
          </p:nvSpPr>
          <p:spPr>
            <a:xfrm>
              <a:off x="3250121" y="3428500"/>
              <a:ext cx="190410" cy="190410"/>
            </a:xfrm>
            <a:custGeom>
              <a:avLst/>
              <a:gdLst/>
              <a:ahLst/>
              <a:cxnLst/>
              <a:rect l="l" t="t" r="r" b="b"/>
              <a:pathLst>
                <a:path w="5419" h="5419" extrusionOk="0">
                  <a:moveTo>
                    <a:pt x="2810" y="1"/>
                  </a:moveTo>
                  <a:lnTo>
                    <a:pt x="1947" y="863"/>
                  </a:lnTo>
                  <a:lnTo>
                    <a:pt x="1513" y="428"/>
                  </a:lnTo>
                  <a:lnTo>
                    <a:pt x="1079" y="863"/>
                  </a:lnTo>
                  <a:lnTo>
                    <a:pt x="1513" y="1298"/>
                  </a:lnTo>
                  <a:lnTo>
                    <a:pt x="0" y="2810"/>
                  </a:lnTo>
                  <a:lnTo>
                    <a:pt x="2609" y="5418"/>
                  </a:lnTo>
                  <a:lnTo>
                    <a:pt x="4121" y="3906"/>
                  </a:lnTo>
                  <a:lnTo>
                    <a:pt x="4556" y="4340"/>
                  </a:lnTo>
                  <a:lnTo>
                    <a:pt x="4991" y="3906"/>
                  </a:lnTo>
                  <a:lnTo>
                    <a:pt x="4556" y="3472"/>
                  </a:lnTo>
                  <a:lnTo>
                    <a:pt x="5418" y="2609"/>
                  </a:lnTo>
                  <a:lnTo>
                    <a:pt x="281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7"/>
            <p:cNvSpPr/>
            <p:nvPr/>
          </p:nvSpPr>
          <p:spPr>
            <a:xfrm>
              <a:off x="3162241" y="3565433"/>
              <a:ext cx="141358" cy="139355"/>
            </a:xfrm>
            <a:custGeom>
              <a:avLst/>
              <a:gdLst/>
              <a:ahLst/>
              <a:cxnLst/>
              <a:rect l="l" t="t" r="r" b="b"/>
              <a:pathLst>
                <a:path w="4023" h="3966" extrusionOk="0">
                  <a:moveTo>
                    <a:pt x="2719" y="0"/>
                  </a:moveTo>
                  <a:lnTo>
                    <a:pt x="2258" y="463"/>
                  </a:lnTo>
                  <a:cubicBezTo>
                    <a:pt x="2064" y="348"/>
                    <a:pt x="1847" y="291"/>
                    <a:pt x="1630" y="291"/>
                  </a:cubicBezTo>
                  <a:cubicBezTo>
                    <a:pt x="1315" y="291"/>
                    <a:pt x="1001" y="411"/>
                    <a:pt x="761" y="651"/>
                  </a:cubicBezTo>
                  <a:lnTo>
                    <a:pt x="1849" y="1740"/>
                  </a:lnTo>
                  <a:lnTo>
                    <a:pt x="1112" y="2476"/>
                  </a:lnTo>
                  <a:cubicBezTo>
                    <a:pt x="1026" y="2444"/>
                    <a:pt x="935" y="2428"/>
                    <a:pt x="843" y="2428"/>
                  </a:cubicBezTo>
                  <a:cubicBezTo>
                    <a:pt x="647" y="2428"/>
                    <a:pt x="451" y="2503"/>
                    <a:pt x="300" y="2653"/>
                  </a:cubicBezTo>
                  <a:cubicBezTo>
                    <a:pt x="0" y="2954"/>
                    <a:pt x="0" y="3441"/>
                    <a:pt x="300" y="3740"/>
                  </a:cubicBezTo>
                  <a:cubicBezTo>
                    <a:pt x="451" y="3890"/>
                    <a:pt x="647" y="3966"/>
                    <a:pt x="844" y="3966"/>
                  </a:cubicBezTo>
                  <a:cubicBezTo>
                    <a:pt x="1040" y="3966"/>
                    <a:pt x="1237" y="3890"/>
                    <a:pt x="1386" y="3740"/>
                  </a:cubicBezTo>
                  <a:cubicBezTo>
                    <a:pt x="1612" y="3514"/>
                    <a:pt x="1669" y="3183"/>
                    <a:pt x="1554" y="2905"/>
                  </a:cubicBezTo>
                  <a:lnTo>
                    <a:pt x="2284" y="2174"/>
                  </a:lnTo>
                  <a:lnTo>
                    <a:pt x="3370" y="3260"/>
                  </a:lnTo>
                  <a:cubicBezTo>
                    <a:pt x="3773" y="2855"/>
                    <a:pt x="3837" y="2238"/>
                    <a:pt x="3560" y="1767"/>
                  </a:cubicBezTo>
                  <a:lnTo>
                    <a:pt x="4023" y="1304"/>
                  </a:lnTo>
                  <a:lnTo>
                    <a:pt x="27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37"/>
          <p:cNvGrpSpPr/>
          <p:nvPr/>
        </p:nvGrpSpPr>
        <p:grpSpPr>
          <a:xfrm>
            <a:off x="3621229" y="3338518"/>
            <a:ext cx="459356" cy="459275"/>
            <a:chOff x="6423902" y="3336368"/>
            <a:chExt cx="368487" cy="368452"/>
          </a:xfrm>
        </p:grpSpPr>
        <p:sp>
          <p:nvSpPr>
            <p:cNvPr id="484" name="Google Shape;484;p37"/>
            <p:cNvSpPr/>
            <p:nvPr/>
          </p:nvSpPr>
          <p:spPr>
            <a:xfrm>
              <a:off x="6575629" y="3488094"/>
              <a:ext cx="65075" cy="65040"/>
            </a:xfrm>
            <a:custGeom>
              <a:avLst/>
              <a:gdLst/>
              <a:ahLst/>
              <a:cxnLst/>
              <a:rect l="l" t="t" r="r" b="b"/>
              <a:pathLst>
                <a:path w="1852" h="1851" extrusionOk="0">
                  <a:moveTo>
                    <a:pt x="1226" y="596"/>
                  </a:moveTo>
                  <a:lnTo>
                    <a:pt x="1226" y="1226"/>
                  </a:lnTo>
                  <a:lnTo>
                    <a:pt x="598" y="1226"/>
                  </a:lnTo>
                  <a:lnTo>
                    <a:pt x="598" y="596"/>
                  </a:lnTo>
                  <a:close/>
                  <a:moveTo>
                    <a:pt x="925" y="0"/>
                  </a:moveTo>
                  <a:cubicBezTo>
                    <a:pt x="415" y="0"/>
                    <a:pt x="0" y="414"/>
                    <a:pt x="0" y="925"/>
                  </a:cubicBezTo>
                  <a:cubicBezTo>
                    <a:pt x="0" y="1435"/>
                    <a:pt x="415" y="1850"/>
                    <a:pt x="925" y="1850"/>
                  </a:cubicBezTo>
                  <a:cubicBezTo>
                    <a:pt x="1437" y="1850"/>
                    <a:pt x="1852" y="1435"/>
                    <a:pt x="1852" y="925"/>
                  </a:cubicBezTo>
                  <a:cubicBezTo>
                    <a:pt x="1852" y="415"/>
                    <a:pt x="1435" y="0"/>
                    <a:pt x="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7"/>
            <p:cNvSpPr/>
            <p:nvPr/>
          </p:nvSpPr>
          <p:spPr>
            <a:xfrm>
              <a:off x="6423902" y="3336368"/>
              <a:ext cx="368487" cy="368452"/>
            </a:xfrm>
            <a:custGeom>
              <a:avLst/>
              <a:gdLst/>
              <a:ahLst/>
              <a:cxnLst/>
              <a:rect l="l" t="t" r="r" b="b"/>
              <a:pathLst>
                <a:path w="10487" h="10486" extrusionOk="0">
                  <a:moveTo>
                    <a:pt x="5243" y="3701"/>
                  </a:moveTo>
                  <a:cubicBezTo>
                    <a:pt x="6094" y="3701"/>
                    <a:pt x="6785" y="4393"/>
                    <a:pt x="6785" y="5243"/>
                  </a:cubicBezTo>
                  <a:cubicBezTo>
                    <a:pt x="6785" y="6092"/>
                    <a:pt x="6094" y="6784"/>
                    <a:pt x="5243" y="6784"/>
                  </a:cubicBezTo>
                  <a:cubicBezTo>
                    <a:pt x="4394" y="6784"/>
                    <a:pt x="3702" y="6092"/>
                    <a:pt x="3702" y="5243"/>
                  </a:cubicBezTo>
                  <a:cubicBezTo>
                    <a:pt x="3702" y="4393"/>
                    <a:pt x="4394" y="3701"/>
                    <a:pt x="5243" y="3701"/>
                  </a:cubicBezTo>
                  <a:close/>
                  <a:moveTo>
                    <a:pt x="1" y="1"/>
                  </a:moveTo>
                  <a:lnTo>
                    <a:pt x="1" y="2276"/>
                  </a:lnTo>
                  <a:lnTo>
                    <a:pt x="930" y="3206"/>
                  </a:lnTo>
                  <a:lnTo>
                    <a:pt x="930" y="4315"/>
                  </a:lnTo>
                  <a:lnTo>
                    <a:pt x="936" y="4315"/>
                  </a:lnTo>
                  <a:cubicBezTo>
                    <a:pt x="471" y="4712"/>
                    <a:pt x="199" y="5020"/>
                    <a:pt x="184" y="5039"/>
                  </a:cubicBezTo>
                  <a:lnTo>
                    <a:pt x="4" y="5243"/>
                  </a:lnTo>
                  <a:lnTo>
                    <a:pt x="184" y="5447"/>
                  </a:lnTo>
                  <a:cubicBezTo>
                    <a:pt x="200" y="5465"/>
                    <a:pt x="471" y="5773"/>
                    <a:pt x="936" y="6171"/>
                  </a:cubicBezTo>
                  <a:lnTo>
                    <a:pt x="930" y="6171"/>
                  </a:lnTo>
                  <a:lnTo>
                    <a:pt x="930" y="7276"/>
                  </a:lnTo>
                  <a:lnTo>
                    <a:pt x="1" y="8201"/>
                  </a:lnTo>
                  <a:lnTo>
                    <a:pt x="1" y="10485"/>
                  </a:lnTo>
                  <a:lnTo>
                    <a:pt x="630" y="10485"/>
                  </a:lnTo>
                  <a:lnTo>
                    <a:pt x="630" y="8454"/>
                  </a:lnTo>
                  <a:lnTo>
                    <a:pt x="1558" y="7529"/>
                  </a:lnTo>
                  <a:lnTo>
                    <a:pt x="1558" y="6651"/>
                  </a:lnTo>
                  <a:cubicBezTo>
                    <a:pt x="1852" y="6870"/>
                    <a:pt x="2150" y="7065"/>
                    <a:pt x="2459" y="7239"/>
                  </a:cubicBezTo>
                  <a:lnTo>
                    <a:pt x="2459" y="7890"/>
                  </a:lnTo>
                  <a:lnTo>
                    <a:pt x="1558" y="8815"/>
                  </a:lnTo>
                  <a:lnTo>
                    <a:pt x="1558" y="10485"/>
                  </a:lnTo>
                  <a:lnTo>
                    <a:pt x="2159" y="10485"/>
                  </a:lnTo>
                  <a:lnTo>
                    <a:pt x="2159" y="9071"/>
                  </a:lnTo>
                  <a:lnTo>
                    <a:pt x="3087" y="8146"/>
                  </a:lnTo>
                  <a:lnTo>
                    <a:pt x="3087" y="7539"/>
                  </a:lnTo>
                  <a:cubicBezTo>
                    <a:pt x="3398" y="7673"/>
                    <a:pt x="3708" y="7779"/>
                    <a:pt x="4015" y="7858"/>
                  </a:cubicBezTo>
                  <a:lnTo>
                    <a:pt x="4015" y="8507"/>
                  </a:lnTo>
                  <a:lnTo>
                    <a:pt x="3087" y="9432"/>
                  </a:lnTo>
                  <a:lnTo>
                    <a:pt x="3087" y="10485"/>
                  </a:lnTo>
                  <a:lnTo>
                    <a:pt x="3688" y="10485"/>
                  </a:lnTo>
                  <a:lnTo>
                    <a:pt x="3688" y="9687"/>
                  </a:lnTo>
                  <a:lnTo>
                    <a:pt x="4616" y="8762"/>
                  </a:lnTo>
                  <a:lnTo>
                    <a:pt x="4616" y="7977"/>
                  </a:lnTo>
                  <a:cubicBezTo>
                    <a:pt x="4823" y="8003"/>
                    <a:pt x="5026" y="8017"/>
                    <a:pt x="5230" y="8017"/>
                  </a:cubicBezTo>
                  <a:cubicBezTo>
                    <a:pt x="5432" y="8017"/>
                    <a:pt x="5635" y="8004"/>
                    <a:pt x="5845" y="7977"/>
                  </a:cubicBezTo>
                  <a:lnTo>
                    <a:pt x="5845" y="8762"/>
                  </a:lnTo>
                  <a:lnTo>
                    <a:pt x="6773" y="9687"/>
                  </a:lnTo>
                  <a:lnTo>
                    <a:pt x="6773" y="10485"/>
                  </a:lnTo>
                  <a:lnTo>
                    <a:pt x="7401" y="10485"/>
                  </a:lnTo>
                  <a:lnTo>
                    <a:pt x="7401" y="9432"/>
                  </a:lnTo>
                  <a:lnTo>
                    <a:pt x="6473" y="8507"/>
                  </a:lnTo>
                  <a:lnTo>
                    <a:pt x="6473" y="7858"/>
                  </a:lnTo>
                  <a:cubicBezTo>
                    <a:pt x="6781" y="7779"/>
                    <a:pt x="7090" y="7673"/>
                    <a:pt x="7401" y="7539"/>
                  </a:cubicBezTo>
                  <a:lnTo>
                    <a:pt x="7401" y="8146"/>
                  </a:lnTo>
                  <a:lnTo>
                    <a:pt x="8329" y="9071"/>
                  </a:lnTo>
                  <a:lnTo>
                    <a:pt x="8329" y="10485"/>
                  </a:lnTo>
                  <a:lnTo>
                    <a:pt x="8930" y="10485"/>
                  </a:lnTo>
                  <a:lnTo>
                    <a:pt x="8930" y="8815"/>
                  </a:lnTo>
                  <a:lnTo>
                    <a:pt x="8029" y="7890"/>
                  </a:lnTo>
                  <a:lnTo>
                    <a:pt x="8029" y="7239"/>
                  </a:lnTo>
                  <a:cubicBezTo>
                    <a:pt x="8339" y="7065"/>
                    <a:pt x="8637" y="6869"/>
                    <a:pt x="8930" y="6651"/>
                  </a:cubicBezTo>
                  <a:lnTo>
                    <a:pt x="8930" y="7527"/>
                  </a:lnTo>
                  <a:lnTo>
                    <a:pt x="9858" y="8455"/>
                  </a:lnTo>
                  <a:lnTo>
                    <a:pt x="9858" y="10485"/>
                  </a:lnTo>
                  <a:lnTo>
                    <a:pt x="10487" y="10485"/>
                  </a:lnTo>
                  <a:lnTo>
                    <a:pt x="10487" y="8209"/>
                  </a:lnTo>
                  <a:lnTo>
                    <a:pt x="9557" y="7281"/>
                  </a:lnTo>
                  <a:lnTo>
                    <a:pt x="9557" y="6171"/>
                  </a:lnTo>
                  <a:lnTo>
                    <a:pt x="9553" y="6171"/>
                  </a:lnTo>
                  <a:cubicBezTo>
                    <a:pt x="10017" y="5773"/>
                    <a:pt x="10289" y="5465"/>
                    <a:pt x="10304" y="5447"/>
                  </a:cubicBezTo>
                  <a:lnTo>
                    <a:pt x="10484" y="5243"/>
                  </a:lnTo>
                  <a:lnTo>
                    <a:pt x="10304" y="5038"/>
                  </a:lnTo>
                  <a:cubicBezTo>
                    <a:pt x="10289" y="5020"/>
                    <a:pt x="10017" y="4712"/>
                    <a:pt x="9553" y="4314"/>
                  </a:cubicBezTo>
                  <a:lnTo>
                    <a:pt x="9557" y="4314"/>
                  </a:lnTo>
                  <a:lnTo>
                    <a:pt x="9557" y="3204"/>
                  </a:lnTo>
                  <a:lnTo>
                    <a:pt x="10487" y="2276"/>
                  </a:lnTo>
                  <a:lnTo>
                    <a:pt x="10487" y="1"/>
                  </a:lnTo>
                  <a:lnTo>
                    <a:pt x="9858" y="1"/>
                  </a:lnTo>
                  <a:lnTo>
                    <a:pt x="9858" y="2031"/>
                  </a:lnTo>
                  <a:lnTo>
                    <a:pt x="8930" y="2956"/>
                  </a:lnTo>
                  <a:lnTo>
                    <a:pt x="8930" y="3835"/>
                  </a:lnTo>
                  <a:cubicBezTo>
                    <a:pt x="8638" y="3616"/>
                    <a:pt x="8339" y="3421"/>
                    <a:pt x="8029" y="3246"/>
                  </a:cubicBezTo>
                  <a:lnTo>
                    <a:pt x="8029" y="2596"/>
                  </a:lnTo>
                  <a:lnTo>
                    <a:pt x="8930" y="1670"/>
                  </a:lnTo>
                  <a:lnTo>
                    <a:pt x="8930" y="1"/>
                  </a:lnTo>
                  <a:lnTo>
                    <a:pt x="8329" y="1"/>
                  </a:lnTo>
                  <a:lnTo>
                    <a:pt x="8329" y="1415"/>
                  </a:lnTo>
                  <a:lnTo>
                    <a:pt x="7401" y="2340"/>
                  </a:lnTo>
                  <a:lnTo>
                    <a:pt x="7401" y="2946"/>
                  </a:lnTo>
                  <a:cubicBezTo>
                    <a:pt x="7090" y="2813"/>
                    <a:pt x="6779" y="2706"/>
                    <a:pt x="6473" y="2629"/>
                  </a:cubicBezTo>
                  <a:lnTo>
                    <a:pt x="6473" y="1979"/>
                  </a:lnTo>
                  <a:lnTo>
                    <a:pt x="7401" y="1054"/>
                  </a:lnTo>
                  <a:lnTo>
                    <a:pt x="7401" y="1"/>
                  </a:lnTo>
                  <a:lnTo>
                    <a:pt x="6800" y="1"/>
                  </a:lnTo>
                  <a:lnTo>
                    <a:pt x="6800" y="798"/>
                  </a:lnTo>
                  <a:lnTo>
                    <a:pt x="5872" y="1723"/>
                  </a:lnTo>
                  <a:lnTo>
                    <a:pt x="5872" y="2510"/>
                  </a:lnTo>
                  <a:cubicBezTo>
                    <a:pt x="5660" y="2482"/>
                    <a:pt x="5452" y="2468"/>
                    <a:pt x="5244" y="2468"/>
                  </a:cubicBezTo>
                  <a:cubicBezTo>
                    <a:pt x="5038" y="2468"/>
                    <a:pt x="4831" y="2482"/>
                    <a:pt x="4616" y="2510"/>
                  </a:cubicBezTo>
                  <a:lnTo>
                    <a:pt x="4616" y="1723"/>
                  </a:lnTo>
                  <a:lnTo>
                    <a:pt x="3688" y="798"/>
                  </a:lnTo>
                  <a:lnTo>
                    <a:pt x="3688" y="1"/>
                  </a:lnTo>
                  <a:lnTo>
                    <a:pt x="3087" y="1"/>
                  </a:lnTo>
                  <a:lnTo>
                    <a:pt x="3087" y="1054"/>
                  </a:lnTo>
                  <a:lnTo>
                    <a:pt x="4015" y="1979"/>
                  </a:lnTo>
                  <a:lnTo>
                    <a:pt x="4015" y="2629"/>
                  </a:lnTo>
                  <a:cubicBezTo>
                    <a:pt x="3708" y="2706"/>
                    <a:pt x="3398" y="2813"/>
                    <a:pt x="3087" y="2946"/>
                  </a:cubicBezTo>
                  <a:lnTo>
                    <a:pt x="3087" y="2340"/>
                  </a:lnTo>
                  <a:lnTo>
                    <a:pt x="2159" y="1415"/>
                  </a:lnTo>
                  <a:lnTo>
                    <a:pt x="2159" y="1"/>
                  </a:lnTo>
                  <a:lnTo>
                    <a:pt x="1558" y="1"/>
                  </a:lnTo>
                  <a:lnTo>
                    <a:pt x="1558" y="1670"/>
                  </a:lnTo>
                  <a:lnTo>
                    <a:pt x="2459" y="2596"/>
                  </a:lnTo>
                  <a:lnTo>
                    <a:pt x="2459" y="3246"/>
                  </a:lnTo>
                  <a:cubicBezTo>
                    <a:pt x="2148" y="3420"/>
                    <a:pt x="1851" y="3616"/>
                    <a:pt x="1558" y="3835"/>
                  </a:cubicBezTo>
                  <a:lnTo>
                    <a:pt x="1558" y="2959"/>
                  </a:lnTo>
                  <a:lnTo>
                    <a:pt x="630" y="2029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37"/>
          <p:cNvGrpSpPr/>
          <p:nvPr/>
        </p:nvGrpSpPr>
        <p:grpSpPr>
          <a:xfrm>
            <a:off x="6337275" y="3338477"/>
            <a:ext cx="459312" cy="459356"/>
            <a:chOff x="6423902" y="3936527"/>
            <a:chExt cx="368452" cy="368458"/>
          </a:xfrm>
        </p:grpSpPr>
        <p:sp>
          <p:nvSpPr>
            <p:cNvPr id="487" name="Google Shape;487;p37"/>
            <p:cNvSpPr/>
            <p:nvPr/>
          </p:nvSpPr>
          <p:spPr>
            <a:xfrm>
              <a:off x="6423902" y="4207055"/>
              <a:ext cx="368452" cy="32643"/>
            </a:xfrm>
            <a:custGeom>
              <a:avLst/>
              <a:gdLst/>
              <a:ahLst/>
              <a:cxnLst/>
              <a:rect l="l" t="t" r="r" b="b"/>
              <a:pathLst>
                <a:path w="10486" h="929" extrusionOk="0">
                  <a:moveTo>
                    <a:pt x="1" y="1"/>
                  </a:moveTo>
                  <a:lnTo>
                    <a:pt x="1" y="929"/>
                  </a:lnTo>
                  <a:lnTo>
                    <a:pt x="10485" y="929"/>
                  </a:lnTo>
                  <a:lnTo>
                    <a:pt x="1048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7"/>
            <p:cNvSpPr/>
            <p:nvPr/>
          </p:nvSpPr>
          <p:spPr>
            <a:xfrm>
              <a:off x="6489189" y="4093875"/>
              <a:ext cx="22066" cy="32643"/>
            </a:xfrm>
            <a:custGeom>
              <a:avLst/>
              <a:gdLst/>
              <a:ahLst/>
              <a:cxnLst/>
              <a:rect l="l" t="t" r="r" b="b"/>
              <a:pathLst>
                <a:path w="628" h="929" extrusionOk="0">
                  <a:moveTo>
                    <a:pt x="0" y="1"/>
                  </a:moveTo>
                  <a:lnTo>
                    <a:pt x="0" y="929"/>
                  </a:lnTo>
                  <a:lnTo>
                    <a:pt x="628" y="929"/>
                  </a:lnTo>
                  <a:lnTo>
                    <a:pt x="6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7"/>
            <p:cNvSpPr/>
            <p:nvPr/>
          </p:nvSpPr>
          <p:spPr>
            <a:xfrm>
              <a:off x="6661823" y="3996016"/>
              <a:ext cx="22172" cy="32643"/>
            </a:xfrm>
            <a:custGeom>
              <a:avLst/>
              <a:gdLst/>
              <a:ahLst/>
              <a:cxnLst/>
              <a:rect l="l" t="t" r="r" b="b"/>
              <a:pathLst>
                <a:path w="631" h="929" extrusionOk="0">
                  <a:moveTo>
                    <a:pt x="1" y="0"/>
                  </a:moveTo>
                  <a:lnTo>
                    <a:pt x="1" y="928"/>
                  </a:lnTo>
                  <a:lnTo>
                    <a:pt x="630" y="928"/>
                  </a:lnTo>
                  <a:lnTo>
                    <a:pt x="6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7"/>
            <p:cNvSpPr/>
            <p:nvPr/>
          </p:nvSpPr>
          <p:spPr>
            <a:xfrm>
              <a:off x="6618673" y="4093875"/>
              <a:ext cx="22101" cy="32643"/>
            </a:xfrm>
            <a:custGeom>
              <a:avLst/>
              <a:gdLst/>
              <a:ahLst/>
              <a:cxnLst/>
              <a:rect l="l" t="t" r="r" b="b"/>
              <a:pathLst>
                <a:path w="629" h="929" extrusionOk="0">
                  <a:moveTo>
                    <a:pt x="1" y="1"/>
                  </a:moveTo>
                  <a:lnTo>
                    <a:pt x="1" y="929"/>
                  </a:lnTo>
                  <a:lnTo>
                    <a:pt x="628" y="929"/>
                  </a:lnTo>
                  <a:lnTo>
                    <a:pt x="6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7"/>
            <p:cNvSpPr/>
            <p:nvPr/>
          </p:nvSpPr>
          <p:spPr>
            <a:xfrm>
              <a:off x="6532339" y="3996016"/>
              <a:ext cx="22101" cy="32643"/>
            </a:xfrm>
            <a:custGeom>
              <a:avLst/>
              <a:gdLst/>
              <a:ahLst/>
              <a:cxnLst/>
              <a:rect l="l" t="t" r="r" b="b"/>
              <a:pathLst>
                <a:path w="629" h="929" extrusionOk="0">
                  <a:moveTo>
                    <a:pt x="1" y="0"/>
                  </a:moveTo>
                  <a:lnTo>
                    <a:pt x="1" y="928"/>
                  </a:lnTo>
                  <a:lnTo>
                    <a:pt x="628" y="928"/>
                  </a:lnTo>
                  <a:lnTo>
                    <a:pt x="6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7"/>
            <p:cNvSpPr/>
            <p:nvPr/>
          </p:nvSpPr>
          <p:spPr>
            <a:xfrm>
              <a:off x="6423902" y="3936527"/>
              <a:ext cx="368452" cy="249441"/>
            </a:xfrm>
            <a:custGeom>
              <a:avLst/>
              <a:gdLst/>
              <a:ahLst/>
              <a:cxnLst/>
              <a:rect l="l" t="t" r="r" b="b"/>
              <a:pathLst>
                <a:path w="10486" h="7099" extrusionOk="0">
                  <a:moveTo>
                    <a:pt x="1858" y="1092"/>
                  </a:moveTo>
                  <a:lnTo>
                    <a:pt x="1858" y="3250"/>
                  </a:lnTo>
                  <a:lnTo>
                    <a:pt x="1231" y="3250"/>
                  </a:lnTo>
                  <a:lnTo>
                    <a:pt x="1231" y="1092"/>
                  </a:lnTo>
                  <a:close/>
                  <a:moveTo>
                    <a:pt x="4315" y="1092"/>
                  </a:moveTo>
                  <a:lnTo>
                    <a:pt x="4315" y="3250"/>
                  </a:lnTo>
                  <a:lnTo>
                    <a:pt x="2459" y="3250"/>
                  </a:lnTo>
                  <a:lnTo>
                    <a:pt x="2459" y="1092"/>
                  </a:lnTo>
                  <a:close/>
                  <a:moveTo>
                    <a:pt x="5544" y="1092"/>
                  </a:moveTo>
                  <a:lnTo>
                    <a:pt x="5544" y="3250"/>
                  </a:lnTo>
                  <a:lnTo>
                    <a:pt x="4916" y="3250"/>
                  </a:lnTo>
                  <a:lnTo>
                    <a:pt x="4916" y="1092"/>
                  </a:lnTo>
                  <a:close/>
                  <a:moveTo>
                    <a:pt x="8029" y="1092"/>
                  </a:moveTo>
                  <a:lnTo>
                    <a:pt x="8029" y="3250"/>
                  </a:lnTo>
                  <a:lnTo>
                    <a:pt x="6173" y="3250"/>
                  </a:lnTo>
                  <a:lnTo>
                    <a:pt x="6173" y="1092"/>
                  </a:lnTo>
                  <a:close/>
                  <a:moveTo>
                    <a:pt x="9257" y="1092"/>
                  </a:moveTo>
                  <a:lnTo>
                    <a:pt x="9257" y="3250"/>
                  </a:lnTo>
                  <a:lnTo>
                    <a:pt x="8629" y="3250"/>
                  </a:lnTo>
                  <a:lnTo>
                    <a:pt x="8629" y="1092"/>
                  </a:lnTo>
                  <a:close/>
                  <a:moveTo>
                    <a:pt x="3087" y="3851"/>
                  </a:moveTo>
                  <a:lnTo>
                    <a:pt x="3087" y="6007"/>
                  </a:lnTo>
                  <a:lnTo>
                    <a:pt x="1231" y="6007"/>
                  </a:lnTo>
                  <a:lnTo>
                    <a:pt x="1231" y="3851"/>
                  </a:lnTo>
                  <a:close/>
                  <a:moveTo>
                    <a:pt x="4315" y="3851"/>
                  </a:moveTo>
                  <a:lnTo>
                    <a:pt x="4315" y="6007"/>
                  </a:lnTo>
                  <a:lnTo>
                    <a:pt x="3688" y="6007"/>
                  </a:lnTo>
                  <a:lnTo>
                    <a:pt x="3688" y="3851"/>
                  </a:lnTo>
                  <a:close/>
                  <a:moveTo>
                    <a:pt x="6800" y="3851"/>
                  </a:moveTo>
                  <a:lnTo>
                    <a:pt x="6800" y="6007"/>
                  </a:lnTo>
                  <a:lnTo>
                    <a:pt x="4943" y="6007"/>
                  </a:lnTo>
                  <a:lnTo>
                    <a:pt x="4943" y="3851"/>
                  </a:lnTo>
                  <a:close/>
                  <a:moveTo>
                    <a:pt x="9257" y="3851"/>
                  </a:moveTo>
                  <a:lnTo>
                    <a:pt x="9257" y="6007"/>
                  </a:lnTo>
                  <a:lnTo>
                    <a:pt x="7401" y="6007"/>
                  </a:lnTo>
                  <a:lnTo>
                    <a:pt x="7401" y="3851"/>
                  </a:lnTo>
                  <a:close/>
                  <a:moveTo>
                    <a:pt x="1" y="1"/>
                  </a:moveTo>
                  <a:lnTo>
                    <a:pt x="1" y="7099"/>
                  </a:lnTo>
                  <a:lnTo>
                    <a:pt x="10485" y="7099"/>
                  </a:lnTo>
                  <a:lnTo>
                    <a:pt x="1048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7"/>
            <p:cNvSpPr/>
            <p:nvPr/>
          </p:nvSpPr>
          <p:spPr>
            <a:xfrm>
              <a:off x="6705043" y="4093875"/>
              <a:ext cx="22101" cy="32643"/>
            </a:xfrm>
            <a:custGeom>
              <a:avLst/>
              <a:gdLst/>
              <a:ahLst/>
              <a:cxnLst/>
              <a:rect l="l" t="t" r="r" b="b"/>
              <a:pathLst>
                <a:path w="629" h="929" extrusionOk="0">
                  <a:moveTo>
                    <a:pt x="1" y="1"/>
                  </a:moveTo>
                  <a:lnTo>
                    <a:pt x="1" y="929"/>
                  </a:lnTo>
                  <a:lnTo>
                    <a:pt x="628" y="929"/>
                  </a:lnTo>
                  <a:lnTo>
                    <a:pt x="6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7"/>
            <p:cNvSpPr/>
            <p:nvPr/>
          </p:nvSpPr>
          <p:spPr>
            <a:xfrm>
              <a:off x="6542915" y="4261765"/>
              <a:ext cx="130501" cy="43219"/>
            </a:xfrm>
            <a:custGeom>
              <a:avLst/>
              <a:gdLst/>
              <a:ahLst/>
              <a:cxnLst/>
              <a:rect l="l" t="t" r="r" b="b"/>
              <a:pathLst>
                <a:path w="3714" h="1230" extrusionOk="0">
                  <a:moveTo>
                    <a:pt x="628" y="1"/>
                  </a:moveTo>
                  <a:lnTo>
                    <a:pt x="628" y="628"/>
                  </a:lnTo>
                  <a:lnTo>
                    <a:pt x="0" y="628"/>
                  </a:lnTo>
                  <a:lnTo>
                    <a:pt x="0" y="1229"/>
                  </a:lnTo>
                  <a:lnTo>
                    <a:pt x="3714" y="1229"/>
                  </a:lnTo>
                  <a:lnTo>
                    <a:pt x="3714" y="628"/>
                  </a:lnTo>
                  <a:lnTo>
                    <a:pt x="3085" y="628"/>
                  </a:lnTo>
                  <a:lnTo>
                    <a:pt x="308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6337285" y="1608514"/>
            <a:ext cx="459319" cy="459282"/>
            <a:chOff x="8053609" y="3936527"/>
            <a:chExt cx="368457" cy="368457"/>
          </a:xfrm>
        </p:grpSpPr>
        <p:sp>
          <p:nvSpPr>
            <p:cNvPr id="496" name="Google Shape;496;p37"/>
            <p:cNvSpPr/>
            <p:nvPr/>
          </p:nvSpPr>
          <p:spPr>
            <a:xfrm>
              <a:off x="8053609" y="4229157"/>
              <a:ext cx="75862" cy="75827"/>
            </a:xfrm>
            <a:custGeom>
              <a:avLst/>
              <a:gdLst/>
              <a:ahLst/>
              <a:cxnLst/>
              <a:rect l="l" t="t" r="r" b="b"/>
              <a:pathLst>
                <a:path w="2159" h="2158" extrusionOk="0">
                  <a:moveTo>
                    <a:pt x="1" y="1"/>
                  </a:moveTo>
                  <a:lnTo>
                    <a:pt x="1" y="2157"/>
                  </a:lnTo>
                  <a:lnTo>
                    <a:pt x="2159" y="2157"/>
                  </a:lnTo>
                  <a:lnTo>
                    <a:pt x="2159" y="1530"/>
                  </a:lnTo>
                  <a:lnTo>
                    <a:pt x="630" y="1530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7"/>
            <p:cNvSpPr/>
            <p:nvPr/>
          </p:nvSpPr>
          <p:spPr>
            <a:xfrm>
              <a:off x="8053609" y="3936527"/>
              <a:ext cx="75862" cy="75827"/>
            </a:xfrm>
            <a:custGeom>
              <a:avLst/>
              <a:gdLst/>
              <a:ahLst/>
              <a:cxnLst/>
              <a:rect l="l" t="t" r="r" b="b"/>
              <a:pathLst>
                <a:path w="2159" h="2158" extrusionOk="0">
                  <a:moveTo>
                    <a:pt x="1" y="1"/>
                  </a:moveTo>
                  <a:lnTo>
                    <a:pt x="1" y="2157"/>
                  </a:lnTo>
                  <a:lnTo>
                    <a:pt x="630" y="2157"/>
                  </a:lnTo>
                  <a:lnTo>
                    <a:pt x="630" y="628"/>
                  </a:lnTo>
                  <a:lnTo>
                    <a:pt x="2159" y="628"/>
                  </a:lnTo>
                  <a:lnTo>
                    <a:pt x="21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8346239" y="4229157"/>
              <a:ext cx="75827" cy="75827"/>
            </a:xfrm>
            <a:custGeom>
              <a:avLst/>
              <a:gdLst/>
              <a:ahLst/>
              <a:cxnLst/>
              <a:rect l="l" t="t" r="r" b="b"/>
              <a:pathLst>
                <a:path w="2158" h="2158" extrusionOk="0">
                  <a:moveTo>
                    <a:pt x="1530" y="1"/>
                  </a:moveTo>
                  <a:lnTo>
                    <a:pt x="1530" y="1530"/>
                  </a:lnTo>
                  <a:lnTo>
                    <a:pt x="1" y="1530"/>
                  </a:lnTo>
                  <a:lnTo>
                    <a:pt x="1" y="2157"/>
                  </a:lnTo>
                  <a:lnTo>
                    <a:pt x="2157" y="2157"/>
                  </a:lnTo>
                  <a:lnTo>
                    <a:pt x="21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8346239" y="3936527"/>
              <a:ext cx="75827" cy="75827"/>
            </a:xfrm>
            <a:custGeom>
              <a:avLst/>
              <a:gdLst/>
              <a:ahLst/>
              <a:cxnLst/>
              <a:rect l="l" t="t" r="r" b="b"/>
              <a:pathLst>
                <a:path w="2158" h="2158" extrusionOk="0">
                  <a:moveTo>
                    <a:pt x="1" y="1"/>
                  </a:moveTo>
                  <a:lnTo>
                    <a:pt x="1" y="628"/>
                  </a:lnTo>
                  <a:lnTo>
                    <a:pt x="1530" y="628"/>
                  </a:lnTo>
                  <a:lnTo>
                    <a:pt x="1530" y="2157"/>
                  </a:lnTo>
                  <a:lnTo>
                    <a:pt x="2157" y="2157"/>
                  </a:lnTo>
                  <a:lnTo>
                    <a:pt x="21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7"/>
            <p:cNvSpPr/>
            <p:nvPr/>
          </p:nvSpPr>
          <p:spPr>
            <a:xfrm>
              <a:off x="8247501" y="3991413"/>
              <a:ext cx="88230" cy="139918"/>
            </a:xfrm>
            <a:custGeom>
              <a:avLst/>
              <a:gdLst/>
              <a:ahLst/>
              <a:cxnLst/>
              <a:rect l="l" t="t" r="r" b="b"/>
              <a:pathLst>
                <a:path w="2511" h="3982" extrusionOk="0">
                  <a:moveTo>
                    <a:pt x="88" y="0"/>
                  </a:moveTo>
                  <a:lnTo>
                    <a:pt x="0" y="612"/>
                  </a:lnTo>
                  <a:cubicBezTo>
                    <a:pt x="1072" y="762"/>
                    <a:pt x="1883" y="1681"/>
                    <a:pt x="1883" y="2749"/>
                  </a:cubicBezTo>
                  <a:lnTo>
                    <a:pt x="1883" y="3981"/>
                  </a:lnTo>
                  <a:lnTo>
                    <a:pt x="2510" y="3981"/>
                  </a:lnTo>
                  <a:lnTo>
                    <a:pt x="2510" y="2749"/>
                  </a:lnTo>
                  <a:cubicBezTo>
                    <a:pt x="2510" y="1363"/>
                    <a:pt x="1469" y="195"/>
                    <a:pt x="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7"/>
            <p:cNvSpPr/>
            <p:nvPr/>
          </p:nvSpPr>
          <p:spPr>
            <a:xfrm>
              <a:off x="8140189" y="3991623"/>
              <a:ext cx="86649" cy="96558"/>
            </a:xfrm>
            <a:custGeom>
              <a:avLst/>
              <a:gdLst/>
              <a:ahLst/>
              <a:cxnLst/>
              <a:rect l="l" t="t" r="r" b="b"/>
              <a:pathLst>
                <a:path w="2466" h="2748" extrusionOk="0">
                  <a:moveTo>
                    <a:pt x="2377" y="0"/>
                  </a:moveTo>
                  <a:cubicBezTo>
                    <a:pt x="1023" y="195"/>
                    <a:pt x="1" y="1361"/>
                    <a:pt x="1" y="2747"/>
                  </a:cubicBezTo>
                  <a:lnTo>
                    <a:pt x="618" y="2747"/>
                  </a:lnTo>
                  <a:cubicBezTo>
                    <a:pt x="618" y="1681"/>
                    <a:pt x="1412" y="762"/>
                    <a:pt x="2465" y="610"/>
                  </a:cubicBezTo>
                  <a:lnTo>
                    <a:pt x="23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7"/>
            <p:cNvSpPr/>
            <p:nvPr/>
          </p:nvSpPr>
          <p:spPr>
            <a:xfrm>
              <a:off x="8182179" y="4110179"/>
              <a:ext cx="110367" cy="97190"/>
            </a:xfrm>
            <a:custGeom>
              <a:avLst/>
              <a:gdLst/>
              <a:ahLst/>
              <a:cxnLst/>
              <a:rect l="l" t="t" r="r" b="b"/>
              <a:pathLst>
                <a:path w="3141" h="2766" extrusionOk="0">
                  <a:moveTo>
                    <a:pt x="2513" y="1"/>
                  </a:moveTo>
                  <a:lnTo>
                    <a:pt x="2513" y="1210"/>
                  </a:lnTo>
                  <a:cubicBezTo>
                    <a:pt x="2513" y="1617"/>
                    <a:pt x="2189" y="2037"/>
                    <a:pt x="1791" y="2126"/>
                  </a:cubicBezTo>
                  <a:cubicBezTo>
                    <a:pt x="1716" y="2143"/>
                    <a:pt x="1642" y="2151"/>
                    <a:pt x="1569" y="2151"/>
                  </a:cubicBezTo>
                  <a:cubicBezTo>
                    <a:pt x="1051" y="2151"/>
                    <a:pt x="629" y="1737"/>
                    <a:pt x="629" y="1229"/>
                  </a:cubicBezTo>
                  <a:lnTo>
                    <a:pt x="0" y="1229"/>
                  </a:lnTo>
                  <a:cubicBezTo>
                    <a:pt x="0" y="2077"/>
                    <a:pt x="705" y="2765"/>
                    <a:pt x="1571" y="2765"/>
                  </a:cubicBezTo>
                  <a:cubicBezTo>
                    <a:pt x="2436" y="2765"/>
                    <a:pt x="3141" y="2077"/>
                    <a:pt x="3141" y="1229"/>
                  </a:cubicBezTo>
                  <a:lnTo>
                    <a:pt x="31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7"/>
            <p:cNvSpPr/>
            <p:nvPr/>
          </p:nvSpPr>
          <p:spPr>
            <a:xfrm>
              <a:off x="8183163" y="4034141"/>
              <a:ext cx="110332" cy="97190"/>
            </a:xfrm>
            <a:custGeom>
              <a:avLst/>
              <a:gdLst/>
              <a:ahLst/>
              <a:cxnLst/>
              <a:rect l="l" t="t" r="r" b="b"/>
              <a:pathLst>
                <a:path w="3140" h="2766" extrusionOk="0">
                  <a:moveTo>
                    <a:pt x="1570" y="1"/>
                  </a:moveTo>
                  <a:cubicBezTo>
                    <a:pt x="1458" y="1"/>
                    <a:pt x="1343" y="12"/>
                    <a:pt x="1227" y="37"/>
                  </a:cubicBezTo>
                  <a:cubicBezTo>
                    <a:pt x="509" y="187"/>
                    <a:pt x="0" y="831"/>
                    <a:pt x="0" y="1565"/>
                  </a:cubicBezTo>
                  <a:lnTo>
                    <a:pt x="0" y="2765"/>
                  </a:lnTo>
                  <a:lnTo>
                    <a:pt x="628" y="2765"/>
                  </a:lnTo>
                  <a:lnTo>
                    <a:pt x="628" y="1556"/>
                  </a:lnTo>
                  <a:cubicBezTo>
                    <a:pt x="628" y="1149"/>
                    <a:pt x="951" y="730"/>
                    <a:pt x="1349" y="640"/>
                  </a:cubicBezTo>
                  <a:cubicBezTo>
                    <a:pt x="1424" y="623"/>
                    <a:pt x="1499" y="615"/>
                    <a:pt x="1571" y="615"/>
                  </a:cubicBezTo>
                  <a:cubicBezTo>
                    <a:pt x="2090" y="615"/>
                    <a:pt x="2512" y="1029"/>
                    <a:pt x="2512" y="1537"/>
                  </a:cubicBezTo>
                  <a:lnTo>
                    <a:pt x="3140" y="1537"/>
                  </a:lnTo>
                  <a:cubicBezTo>
                    <a:pt x="3140" y="690"/>
                    <a:pt x="2435" y="1"/>
                    <a:pt x="15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7"/>
            <p:cNvSpPr/>
            <p:nvPr/>
          </p:nvSpPr>
          <p:spPr>
            <a:xfrm>
              <a:off x="8226313" y="4083334"/>
              <a:ext cx="22101" cy="26880"/>
            </a:xfrm>
            <a:custGeom>
              <a:avLst/>
              <a:gdLst/>
              <a:ahLst/>
              <a:cxnLst/>
              <a:rect l="l" t="t" r="r" b="b"/>
              <a:pathLst>
                <a:path w="629" h="765" extrusionOk="0">
                  <a:moveTo>
                    <a:pt x="1" y="0"/>
                  </a:moveTo>
                  <a:lnTo>
                    <a:pt x="1" y="765"/>
                  </a:lnTo>
                  <a:lnTo>
                    <a:pt x="628" y="765"/>
                  </a:lnTo>
                  <a:lnTo>
                    <a:pt x="6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7"/>
            <p:cNvSpPr/>
            <p:nvPr/>
          </p:nvSpPr>
          <p:spPr>
            <a:xfrm>
              <a:off x="8226313" y="4131297"/>
              <a:ext cx="22101" cy="26880"/>
            </a:xfrm>
            <a:custGeom>
              <a:avLst/>
              <a:gdLst/>
              <a:ahLst/>
              <a:cxnLst/>
              <a:rect l="l" t="t" r="r" b="b"/>
              <a:pathLst>
                <a:path w="629" h="765" extrusionOk="0">
                  <a:moveTo>
                    <a:pt x="1" y="0"/>
                  </a:moveTo>
                  <a:lnTo>
                    <a:pt x="1" y="765"/>
                  </a:lnTo>
                  <a:lnTo>
                    <a:pt x="628" y="765"/>
                  </a:lnTo>
                  <a:lnTo>
                    <a:pt x="6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7"/>
            <p:cNvSpPr/>
            <p:nvPr/>
          </p:nvSpPr>
          <p:spPr>
            <a:xfrm>
              <a:off x="8140014" y="4110179"/>
              <a:ext cx="88230" cy="139918"/>
            </a:xfrm>
            <a:custGeom>
              <a:avLst/>
              <a:gdLst/>
              <a:ahLst/>
              <a:cxnLst/>
              <a:rect l="l" t="t" r="r" b="b"/>
              <a:pathLst>
                <a:path w="2511" h="3982" extrusionOk="0">
                  <a:moveTo>
                    <a:pt x="0" y="1"/>
                  </a:moveTo>
                  <a:lnTo>
                    <a:pt x="0" y="1233"/>
                  </a:lnTo>
                  <a:cubicBezTo>
                    <a:pt x="0" y="2621"/>
                    <a:pt x="1041" y="3787"/>
                    <a:pt x="2421" y="3982"/>
                  </a:cubicBezTo>
                  <a:lnTo>
                    <a:pt x="2510" y="3371"/>
                  </a:lnTo>
                  <a:cubicBezTo>
                    <a:pt x="1437" y="3220"/>
                    <a:pt x="628" y="2301"/>
                    <a:pt x="628" y="1233"/>
                  </a:cubicBezTo>
                  <a:lnTo>
                    <a:pt x="6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7"/>
            <p:cNvSpPr/>
            <p:nvPr/>
          </p:nvSpPr>
          <p:spPr>
            <a:xfrm>
              <a:off x="8248626" y="4153364"/>
              <a:ext cx="86684" cy="96523"/>
            </a:xfrm>
            <a:custGeom>
              <a:avLst/>
              <a:gdLst/>
              <a:ahLst/>
              <a:cxnLst/>
              <a:rect l="l" t="t" r="r" b="b"/>
              <a:pathLst>
                <a:path w="2467" h="2747" extrusionOk="0">
                  <a:moveTo>
                    <a:pt x="1849" y="0"/>
                  </a:moveTo>
                  <a:cubicBezTo>
                    <a:pt x="1849" y="1066"/>
                    <a:pt x="1055" y="1985"/>
                    <a:pt x="1" y="2137"/>
                  </a:cubicBezTo>
                  <a:lnTo>
                    <a:pt x="89" y="2747"/>
                  </a:lnTo>
                  <a:cubicBezTo>
                    <a:pt x="1443" y="2552"/>
                    <a:pt x="2466" y="1386"/>
                    <a:pt x="24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7"/>
            <p:cNvSpPr/>
            <p:nvPr/>
          </p:nvSpPr>
          <p:spPr>
            <a:xfrm>
              <a:off x="8129296" y="3947384"/>
              <a:ext cx="216939" cy="64864"/>
            </a:xfrm>
            <a:custGeom>
              <a:avLst/>
              <a:gdLst/>
              <a:ahLst/>
              <a:cxnLst/>
              <a:rect l="l" t="t" r="r" b="b"/>
              <a:pathLst>
                <a:path w="6174" h="1846" extrusionOk="0">
                  <a:moveTo>
                    <a:pt x="3088" y="1"/>
                  </a:moveTo>
                  <a:cubicBezTo>
                    <a:pt x="1945" y="1"/>
                    <a:pt x="802" y="485"/>
                    <a:pt x="0" y="1451"/>
                  </a:cubicBezTo>
                  <a:lnTo>
                    <a:pt x="475" y="1845"/>
                  </a:lnTo>
                  <a:cubicBezTo>
                    <a:pt x="1154" y="1026"/>
                    <a:pt x="2120" y="617"/>
                    <a:pt x="3086" y="617"/>
                  </a:cubicBezTo>
                  <a:cubicBezTo>
                    <a:pt x="4053" y="617"/>
                    <a:pt x="5020" y="1027"/>
                    <a:pt x="5699" y="1845"/>
                  </a:cubicBezTo>
                  <a:lnTo>
                    <a:pt x="6173" y="1451"/>
                  </a:lnTo>
                  <a:cubicBezTo>
                    <a:pt x="5371" y="484"/>
                    <a:pt x="4229" y="1"/>
                    <a:pt x="30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7"/>
            <p:cNvSpPr/>
            <p:nvPr/>
          </p:nvSpPr>
          <p:spPr>
            <a:xfrm>
              <a:off x="8341320" y="4140855"/>
              <a:ext cx="37562" cy="82749"/>
            </a:xfrm>
            <a:custGeom>
              <a:avLst/>
              <a:gdLst/>
              <a:ahLst/>
              <a:cxnLst/>
              <a:rect l="l" t="t" r="r" b="b"/>
              <a:pathLst>
                <a:path w="1069" h="2355" extrusionOk="0">
                  <a:moveTo>
                    <a:pt x="452" y="1"/>
                  </a:moveTo>
                  <a:cubicBezTo>
                    <a:pt x="434" y="182"/>
                    <a:pt x="566" y="1067"/>
                    <a:pt x="1" y="2045"/>
                  </a:cubicBezTo>
                  <a:lnTo>
                    <a:pt x="535" y="2355"/>
                  </a:lnTo>
                  <a:cubicBezTo>
                    <a:pt x="884" y="1748"/>
                    <a:pt x="1069" y="1056"/>
                    <a:pt x="1069" y="355"/>
                  </a:cubicBezTo>
                  <a:lnTo>
                    <a:pt x="10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7"/>
            <p:cNvSpPr/>
            <p:nvPr/>
          </p:nvSpPr>
          <p:spPr>
            <a:xfrm>
              <a:off x="8344166" y="4025286"/>
              <a:ext cx="34716" cy="85876"/>
            </a:xfrm>
            <a:custGeom>
              <a:avLst/>
              <a:gdLst/>
              <a:ahLst/>
              <a:cxnLst/>
              <a:rect l="l" t="t" r="r" b="b"/>
              <a:pathLst>
                <a:path w="988" h="2444" extrusionOk="0">
                  <a:moveTo>
                    <a:pt x="562" y="0"/>
                  </a:moveTo>
                  <a:lnTo>
                    <a:pt x="0" y="275"/>
                  </a:lnTo>
                  <a:cubicBezTo>
                    <a:pt x="238" y="747"/>
                    <a:pt x="360" y="1254"/>
                    <a:pt x="360" y="1783"/>
                  </a:cubicBezTo>
                  <a:lnTo>
                    <a:pt x="360" y="2443"/>
                  </a:lnTo>
                  <a:lnTo>
                    <a:pt x="988" y="2443"/>
                  </a:lnTo>
                  <a:lnTo>
                    <a:pt x="988" y="1783"/>
                  </a:lnTo>
                  <a:cubicBezTo>
                    <a:pt x="988" y="1157"/>
                    <a:pt x="845" y="558"/>
                    <a:pt x="5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7"/>
            <p:cNvSpPr/>
            <p:nvPr/>
          </p:nvSpPr>
          <p:spPr>
            <a:xfrm>
              <a:off x="8096794" y="4025286"/>
              <a:ext cx="34716" cy="85876"/>
            </a:xfrm>
            <a:custGeom>
              <a:avLst/>
              <a:gdLst/>
              <a:ahLst/>
              <a:cxnLst/>
              <a:rect l="l" t="t" r="r" b="b"/>
              <a:pathLst>
                <a:path w="988" h="2444" extrusionOk="0">
                  <a:moveTo>
                    <a:pt x="425" y="0"/>
                  </a:moveTo>
                  <a:cubicBezTo>
                    <a:pt x="144" y="558"/>
                    <a:pt x="0" y="1157"/>
                    <a:pt x="0" y="1783"/>
                  </a:cubicBezTo>
                  <a:lnTo>
                    <a:pt x="0" y="2443"/>
                  </a:lnTo>
                  <a:lnTo>
                    <a:pt x="629" y="2443"/>
                  </a:lnTo>
                  <a:lnTo>
                    <a:pt x="629" y="1783"/>
                  </a:lnTo>
                  <a:cubicBezTo>
                    <a:pt x="629" y="1254"/>
                    <a:pt x="750" y="747"/>
                    <a:pt x="988" y="275"/>
                  </a:cubicBezTo>
                  <a:lnTo>
                    <a:pt x="4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7"/>
            <p:cNvSpPr/>
            <p:nvPr/>
          </p:nvSpPr>
          <p:spPr>
            <a:xfrm>
              <a:off x="8092542" y="4140925"/>
              <a:ext cx="41884" cy="82679"/>
            </a:xfrm>
            <a:custGeom>
              <a:avLst/>
              <a:gdLst/>
              <a:ahLst/>
              <a:cxnLst/>
              <a:rect l="l" t="t" r="r" b="b"/>
              <a:pathLst>
                <a:path w="1192" h="2353" extrusionOk="0">
                  <a:moveTo>
                    <a:pt x="124" y="0"/>
                  </a:moveTo>
                  <a:cubicBezTo>
                    <a:pt x="143" y="187"/>
                    <a:pt x="1" y="1212"/>
                    <a:pt x="658" y="2353"/>
                  </a:cubicBezTo>
                  <a:lnTo>
                    <a:pt x="1192" y="2043"/>
                  </a:lnTo>
                  <a:cubicBezTo>
                    <a:pt x="627" y="1065"/>
                    <a:pt x="759" y="180"/>
                    <a:pt x="7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7"/>
            <p:cNvSpPr/>
            <p:nvPr/>
          </p:nvSpPr>
          <p:spPr>
            <a:xfrm>
              <a:off x="8134778" y="4234568"/>
              <a:ext cx="205976" cy="59593"/>
            </a:xfrm>
            <a:custGeom>
              <a:avLst/>
              <a:gdLst/>
              <a:ahLst/>
              <a:cxnLst/>
              <a:rect l="l" t="t" r="r" b="b"/>
              <a:pathLst>
                <a:path w="5862" h="1696" extrusionOk="0">
                  <a:moveTo>
                    <a:pt x="451" y="0"/>
                  </a:moveTo>
                  <a:lnTo>
                    <a:pt x="0" y="421"/>
                  </a:lnTo>
                  <a:cubicBezTo>
                    <a:pt x="794" y="1271"/>
                    <a:pt x="1862" y="1695"/>
                    <a:pt x="2931" y="1695"/>
                  </a:cubicBezTo>
                  <a:cubicBezTo>
                    <a:pt x="4000" y="1695"/>
                    <a:pt x="5068" y="1270"/>
                    <a:pt x="5861" y="421"/>
                  </a:cubicBezTo>
                  <a:lnTo>
                    <a:pt x="5409" y="0"/>
                  </a:lnTo>
                  <a:cubicBezTo>
                    <a:pt x="4761" y="696"/>
                    <a:pt x="3880" y="1078"/>
                    <a:pt x="2930" y="1078"/>
                  </a:cubicBezTo>
                  <a:cubicBezTo>
                    <a:pt x="1981" y="1078"/>
                    <a:pt x="1099" y="696"/>
                    <a:pt x="4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8"/>
          <p:cNvSpPr/>
          <p:nvPr/>
        </p:nvSpPr>
        <p:spPr>
          <a:xfrm>
            <a:off x="6366851" y="2279269"/>
            <a:ext cx="4358174" cy="4821045"/>
          </a:xfrm>
          <a:custGeom>
            <a:avLst/>
            <a:gdLst/>
            <a:ahLst/>
            <a:cxnLst/>
            <a:rect l="l" t="t" r="r" b="b"/>
            <a:pathLst>
              <a:path w="127684" h="141245" extrusionOk="0">
                <a:moveTo>
                  <a:pt x="71170" y="25334"/>
                </a:moveTo>
                <a:cubicBezTo>
                  <a:pt x="70870" y="25334"/>
                  <a:pt x="70569" y="25450"/>
                  <a:pt x="70343" y="25682"/>
                </a:cubicBezTo>
                <a:cubicBezTo>
                  <a:pt x="69962" y="26051"/>
                  <a:pt x="69902" y="26623"/>
                  <a:pt x="70152" y="27075"/>
                </a:cubicBezTo>
                <a:lnTo>
                  <a:pt x="61592" y="35648"/>
                </a:lnTo>
                <a:lnTo>
                  <a:pt x="54412" y="34183"/>
                </a:lnTo>
                <a:lnTo>
                  <a:pt x="46233" y="42375"/>
                </a:lnTo>
                <a:cubicBezTo>
                  <a:pt x="46059" y="42281"/>
                  <a:pt x="45865" y="42234"/>
                  <a:pt x="45672" y="42234"/>
                </a:cubicBezTo>
                <a:cubicBezTo>
                  <a:pt x="45373" y="42234"/>
                  <a:pt x="45075" y="42346"/>
                  <a:pt x="44852" y="42577"/>
                </a:cubicBezTo>
                <a:cubicBezTo>
                  <a:pt x="44387" y="43030"/>
                  <a:pt x="44387" y="43768"/>
                  <a:pt x="44852" y="44232"/>
                </a:cubicBezTo>
                <a:cubicBezTo>
                  <a:pt x="45078" y="44458"/>
                  <a:pt x="45375" y="44572"/>
                  <a:pt x="45675" y="44572"/>
                </a:cubicBezTo>
                <a:cubicBezTo>
                  <a:pt x="45974" y="44572"/>
                  <a:pt x="46274" y="44458"/>
                  <a:pt x="46507" y="44232"/>
                </a:cubicBezTo>
                <a:cubicBezTo>
                  <a:pt x="46876" y="43851"/>
                  <a:pt x="46935" y="43280"/>
                  <a:pt x="46697" y="42839"/>
                </a:cubicBezTo>
                <a:lnTo>
                  <a:pt x="54627" y="34886"/>
                </a:lnTo>
                <a:lnTo>
                  <a:pt x="61806" y="36350"/>
                </a:lnTo>
                <a:lnTo>
                  <a:pt x="70605" y="27528"/>
                </a:lnTo>
                <a:cubicBezTo>
                  <a:pt x="70783" y="27627"/>
                  <a:pt x="70980" y="27675"/>
                  <a:pt x="71176" y="27675"/>
                </a:cubicBezTo>
                <a:cubicBezTo>
                  <a:pt x="71477" y="27675"/>
                  <a:pt x="71774" y="27561"/>
                  <a:pt x="71998" y="27337"/>
                </a:cubicBezTo>
                <a:cubicBezTo>
                  <a:pt x="72462" y="26873"/>
                  <a:pt x="72462" y="26135"/>
                  <a:pt x="71998" y="25682"/>
                </a:cubicBezTo>
                <a:cubicBezTo>
                  <a:pt x="71772" y="25450"/>
                  <a:pt x="71471" y="25334"/>
                  <a:pt x="71170" y="25334"/>
                </a:cubicBezTo>
                <a:close/>
                <a:moveTo>
                  <a:pt x="61651" y="46125"/>
                </a:moveTo>
                <a:cubicBezTo>
                  <a:pt x="62008" y="46125"/>
                  <a:pt x="62354" y="46268"/>
                  <a:pt x="62616" y="46530"/>
                </a:cubicBezTo>
                <a:cubicBezTo>
                  <a:pt x="62866" y="46792"/>
                  <a:pt x="63009" y="47125"/>
                  <a:pt x="63009" y="47495"/>
                </a:cubicBezTo>
                <a:cubicBezTo>
                  <a:pt x="63009" y="47864"/>
                  <a:pt x="62866" y="48197"/>
                  <a:pt x="62616" y="48459"/>
                </a:cubicBezTo>
                <a:cubicBezTo>
                  <a:pt x="62354" y="48721"/>
                  <a:pt x="62008" y="48864"/>
                  <a:pt x="61639" y="48864"/>
                </a:cubicBezTo>
                <a:cubicBezTo>
                  <a:pt x="61354" y="48864"/>
                  <a:pt x="61068" y="48769"/>
                  <a:pt x="60842" y="48590"/>
                </a:cubicBezTo>
                <a:lnTo>
                  <a:pt x="60544" y="48304"/>
                </a:lnTo>
                <a:cubicBezTo>
                  <a:pt x="60377" y="48066"/>
                  <a:pt x="60282" y="47792"/>
                  <a:pt x="60282" y="47495"/>
                </a:cubicBezTo>
                <a:cubicBezTo>
                  <a:pt x="60282" y="47125"/>
                  <a:pt x="60425" y="46792"/>
                  <a:pt x="60675" y="46530"/>
                </a:cubicBezTo>
                <a:cubicBezTo>
                  <a:pt x="60937" y="46268"/>
                  <a:pt x="61282" y="46125"/>
                  <a:pt x="61651" y="46125"/>
                </a:cubicBezTo>
                <a:close/>
                <a:moveTo>
                  <a:pt x="29826" y="52614"/>
                </a:moveTo>
                <a:cubicBezTo>
                  <a:pt x="30195" y="52614"/>
                  <a:pt x="30540" y="52757"/>
                  <a:pt x="30790" y="53019"/>
                </a:cubicBezTo>
                <a:cubicBezTo>
                  <a:pt x="31052" y="53281"/>
                  <a:pt x="31195" y="53614"/>
                  <a:pt x="31195" y="53983"/>
                </a:cubicBezTo>
                <a:cubicBezTo>
                  <a:pt x="31195" y="54353"/>
                  <a:pt x="31052" y="54686"/>
                  <a:pt x="30790" y="54948"/>
                </a:cubicBezTo>
                <a:cubicBezTo>
                  <a:pt x="30540" y="55210"/>
                  <a:pt x="30195" y="55353"/>
                  <a:pt x="29826" y="55353"/>
                </a:cubicBezTo>
                <a:cubicBezTo>
                  <a:pt x="29469" y="55353"/>
                  <a:pt x="29123" y="55210"/>
                  <a:pt x="28861" y="54948"/>
                </a:cubicBezTo>
                <a:cubicBezTo>
                  <a:pt x="28611" y="54698"/>
                  <a:pt x="28469" y="54353"/>
                  <a:pt x="28469" y="53983"/>
                </a:cubicBezTo>
                <a:cubicBezTo>
                  <a:pt x="28469" y="53614"/>
                  <a:pt x="28611" y="53281"/>
                  <a:pt x="28861" y="53019"/>
                </a:cubicBezTo>
                <a:cubicBezTo>
                  <a:pt x="29123" y="52757"/>
                  <a:pt x="29469" y="52614"/>
                  <a:pt x="29826" y="52614"/>
                </a:cubicBezTo>
                <a:close/>
                <a:moveTo>
                  <a:pt x="102752" y="1"/>
                </a:moveTo>
                <a:lnTo>
                  <a:pt x="61508" y="41089"/>
                </a:lnTo>
                <a:lnTo>
                  <a:pt x="54900" y="39446"/>
                </a:lnTo>
                <a:lnTo>
                  <a:pt x="38696" y="55686"/>
                </a:lnTo>
                <a:lnTo>
                  <a:pt x="31838" y="54114"/>
                </a:lnTo>
                <a:cubicBezTo>
                  <a:pt x="31838" y="54079"/>
                  <a:pt x="31838" y="54031"/>
                  <a:pt x="31838" y="53983"/>
                </a:cubicBezTo>
                <a:cubicBezTo>
                  <a:pt x="31838" y="53448"/>
                  <a:pt x="31636" y="52936"/>
                  <a:pt x="31255" y="52555"/>
                </a:cubicBezTo>
                <a:cubicBezTo>
                  <a:pt x="30874" y="52186"/>
                  <a:pt x="30362" y="51971"/>
                  <a:pt x="29826" y="51971"/>
                </a:cubicBezTo>
                <a:cubicBezTo>
                  <a:pt x="29290" y="51971"/>
                  <a:pt x="28790" y="52186"/>
                  <a:pt x="28409" y="52555"/>
                </a:cubicBezTo>
                <a:cubicBezTo>
                  <a:pt x="28028" y="52936"/>
                  <a:pt x="27814" y="53448"/>
                  <a:pt x="27814" y="53983"/>
                </a:cubicBezTo>
                <a:cubicBezTo>
                  <a:pt x="27814" y="54519"/>
                  <a:pt x="28028" y="55031"/>
                  <a:pt x="28409" y="55400"/>
                </a:cubicBezTo>
                <a:cubicBezTo>
                  <a:pt x="28790" y="55781"/>
                  <a:pt x="29290" y="55996"/>
                  <a:pt x="29826" y="55996"/>
                </a:cubicBezTo>
                <a:cubicBezTo>
                  <a:pt x="30362" y="55996"/>
                  <a:pt x="30874" y="55781"/>
                  <a:pt x="31255" y="55412"/>
                </a:cubicBezTo>
                <a:cubicBezTo>
                  <a:pt x="31445" y="55222"/>
                  <a:pt x="31588" y="54995"/>
                  <a:pt x="31695" y="54745"/>
                </a:cubicBezTo>
                <a:lnTo>
                  <a:pt x="38898" y="56389"/>
                </a:lnTo>
                <a:lnTo>
                  <a:pt x="55103" y="40172"/>
                </a:lnTo>
                <a:lnTo>
                  <a:pt x="61711" y="41803"/>
                </a:lnTo>
                <a:lnTo>
                  <a:pt x="103204" y="465"/>
                </a:lnTo>
                <a:lnTo>
                  <a:pt x="102752" y="1"/>
                </a:lnTo>
                <a:close/>
                <a:moveTo>
                  <a:pt x="83684" y="39547"/>
                </a:moveTo>
                <a:cubicBezTo>
                  <a:pt x="83383" y="39547"/>
                  <a:pt x="83083" y="39660"/>
                  <a:pt x="82856" y="39886"/>
                </a:cubicBezTo>
                <a:cubicBezTo>
                  <a:pt x="82475" y="40267"/>
                  <a:pt x="82416" y="40839"/>
                  <a:pt x="82666" y="41280"/>
                </a:cubicBezTo>
                <a:lnTo>
                  <a:pt x="68843" y="55115"/>
                </a:lnTo>
                <a:lnTo>
                  <a:pt x="62604" y="57496"/>
                </a:lnTo>
                <a:cubicBezTo>
                  <a:pt x="62556" y="57436"/>
                  <a:pt x="62509" y="57377"/>
                  <a:pt x="62449" y="57317"/>
                </a:cubicBezTo>
                <a:cubicBezTo>
                  <a:pt x="62223" y="57085"/>
                  <a:pt x="61922" y="56969"/>
                  <a:pt x="61621" y="56969"/>
                </a:cubicBezTo>
                <a:cubicBezTo>
                  <a:pt x="61321" y="56969"/>
                  <a:pt x="61020" y="57085"/>
                  <a:pt x="60794" y="57317"/>
                </a:cubicBezTo>
                <a:cubicBezTo>
                  <a:pt x="60342" y="57770"/>
                  <a:pt x="60342" y="58520"/>
                  <a:pt x="60794" y="58972"/>
                </a:cubicBezTo>
                <a:cubicBezTo>
                  <a:pt x="61026" y="59198"/>
                  <a:pt x="61327" y="59311"/>
                  <a:pt x="61626" y="59311"/>
                </a:cubicBezTo>
                <a:cubicBezTo>
                  <a:pt x="61925" y="59311"/>
                  <a:pt x="62223" y="59198"/>
                  <a:pt x="62449" y="58972"/>
                </a:cubicBezTo>
                <a:cubicBezTo>
                  <a:pt x="62687" y="58734"/>
                  <a:pt x="62794" y="58424"/>
                  <a:pt x="62794" y="58127"/>
                </a:cubicBezTo>
                <a:lnTo>
                  <a:pt x="69200" y="55674"/>
                </a:lnTo>
                <a:lnTo>
                  <a:pt x="83118" y="41744"/>
                </a:lnTo>
                <a:cubicBezTo>
                  <a:pt x="83296" y="41838"/>
                  <a:pt x="83491" y="41885"/>
                  <a:pt x="83685" y="41885"/>
                </a:cubicBezTo>
                <a:cubicBezTo>
                  <a:pt x="83984" y="41885"/>
                  <a:pt x="84280" y="41772"/>
                  <a:pt x="84511" y="41541"/>
                </a:cubicBezTo>
                <a:cubicBezTo>
                  <a:pt x="84964" y="41089"/>
                  <a:pt x="84964" y="40351"/>
                  <a:pt x="84511" y="39886"/>
                </a:cubicBezTo>
                <a:cubicBezTo>
                  <a:pt x="84285" y="39660"/>
                  <a:pt x="83984" y="39547"/>
                  <a:pt x="83684" y="39547"/>
                </a:cubicBezTo>
                <a:close/>
                <a:moveTo>
                  <a:pt x="74993" y="61984"/>
                </a:moveTo>
                <a:cubicBezTo>
                  <a:pt x="75345" y="61984"/>
                  <a:pt x="75663" y="62126"/>
                  <a:pt x="75915" y="62377"/>
                </a:cubicBezTo>
                <a:cubicBezTo>
                  <a:pt x="76451" y="62913"/>
                  <a:pt x="76451" y="63770"/>
                  <a:pt x="75915" y="64306"/>
                </a:cubicBezTo>
                <a:cubicBezTo>
                  <a:pt x="75653" y="64568"/>
                  <a:pt x="75320" y="64711"/>
                  <a:pt x="74951" y="64711"/>
                </a:cubicBezTo>
                <a:cubicBezTo>
                  <a:pt x="74581" y="64711"/>
                  <a:pt x="74236" y="64568"/>
                  <a:pt x="73986" y="64306"/>
                </a:cubicBezTo>
                <a:cubicBezTo>
                  <a:pt x="73724" y="64056"/>
                  <a:pt x="73581" y="63711"/>
                  <a:pt x="73581" y="63342"/>
                </a:cubicBezTo>
                <a:cubicBezTo>
                  <a:pt x="73581" y="62985"/>
                  <a:pt x="73724" y="62639"/>
                  <a:pt x="73986" y="62377"/>
                </a:cubicBezTo>
                <a:cubicBezTo>
                  <a:pt x="74236" y="62127"/>
                  <a:pt x="74581" y="61984"/>
                  <a:pt x="74951" y="61984"/>
                </a:cubicBezTo>
                <a:cubicBezTo>
                  <a:pt x="74965" y="61984"/>
                  <a:pt x="74979" y="61984"/>
                  <a:pt x="74993" y="61984"/>
                </a:cubicBezTo>
                <a:close/>
                <a:moveTo>
                  <a:pt x="100513" y="20063"/>
                </a:moveTo>
                <a:lnTo>
                  <a:pt x="89167" y="31433"/>
                </a:lnTo>
                <a:lnTo>
                  <a:pt x="88893" y="39696"/>
                </a:lnTo>
                <a:lnTo>
                  <a:pt x="74736" y="53876"/>
                </a:lnTo>
                <a:lnTo>
                  <a:pt x="74736" y="61342"/>
                </a:lnTo>
                <a:cubicBezTo>
                  <a:pt x="74284" y="61389"/>
                  <a:pt x="73855" y="61592"/>
                  <a:pt x="73522" y="61925"/>
                </a:cubicBezTo>
                <a:cubicBezTo>
                  <a:pt x="73153" y="62306"/>
                  <a:pt x="72938" y="62806"/>
                  <a:pt x="72938" y="63342"/>
                </a:cubicBezTo>
                <a:cubicBezTo>
                  <a:pt x="72938" y="63878"/>
                  <a:pt x="73153" y="64390"/>
                  <a:pt x="73534" y="64771"/>
                </a:cubicBezTo>
                <a:cubicBezTo>
                  <a:pt x="73903" y="65140"/>
                  <a:pt x="74415" y="65354"/>
                  <a:pt x="74951" y="65354"/>
                </a:cubicBezTo>
                <a:cubicBezTo>
                  <a:pt x="75486" y="65354"/>
                  <a:pt x="75986" y="65140"/>
                  <a:pt x="76367" y="64759"/>
                </a:cubicBezTo>
                <a:cubicBezTo>
                  <a:pt x="77153" y="63973"/>
                  <a:pt x="77153" y="62699"/>
                  <a:pt x="76367" y="61913"/>
                </a:cubicBezTo>
                <a:cubicBezTo>
                  <a:pt x="76094" y="61639"/>
                  <a:pt x="75760" y="61461"/>
                  <a:pt x="75391" y="61377"/>
                </a:cubicBezTo>
                <a:lnTo>
                  <a:pt x="75379" y="54150"/>
                </a:lnTo>
                <a:lnTo>
                  <a:pt x="89536" y="39970"/>
                </a:lnTo>
                <a:lnTo>
                  <a:pt x="89798" y="31707"/>
                </a:lnTo>
                <a:lnTo>
                  <a:pt x="100978" y="20527"/>
                </a:lnTo>
                <a:lnTo>
                  <a:pt x="100513" y="20063"/>
                </a:lnTo>
                <a:close/>
                <a:moveTo>
                  <a:pt x="62639" y="65997"/>
                </a:moveTo>
                <a:cubicBezTo>
                  <a:pt x="61485" y="65997"/>
                  <a:pt x="60556" y="66937"/>
                  <a:pt x="60556" y="68092"/>
                </a:cubicBezTo>
                <a:cubicBezTo>
                  <a:pt x="60556" y="69247"/>
                  <a:pt x="61485" y="70176"/>
                  <a:pt x="62639" y="70176"/>
                </a:cubicBezTo>
                <a:cubicBezTo>
                  <a:pt x="63794" y="70176"/>
                  <a:pt x="64723" y="69247"/>
                  <a:pt x="64723" y="68092"/>
                </a:cubicBezTo>
                <a:cubicBezTo>
                  <a:pt x="64723" y="66937"/>
                  <a:pt x="63794" y="65997"/>
                  <a:pt x="62639" y="65997"/>
                </a:cubicBezTo>
                <a:close/>
                <a:moveTo>
                  <a:pt x="62639" y="64294"/>
                </a:moveTo>
                <a:cubicBezTo>
                  <a:pt x="64735" y="64294"/>
                  <a:pt x="66438" y="65997"/>
                  <a:pt x="66438" y="68092"/>
                </a:cubicBezTo>
                <a:cubicBezTo>
                  <a:pt x="66438" y="70188"/>
                  <a:pt x="64735" y="71890"/>
                  <a:pt x="62639" y="71890"/>
                </a:cubicBezTo>
                <a:cubicBezTo>
                  <a:pt x="60544" y="71890"/>
                  <a:pt x="58841" y="70188"/>
                  <a:pt x="58841" y="68092"/>
                </a:cubicBezTo>
                <a:cubicBezTo>
                  <a:pt x="58841" y="65997"/>
                  <a:pt x="60544" y="64294"/>
                  <a:pt x="62639" y="64294"/>
                </a:cubicBezTo>
                <a:close/>
                <a:moveTo>
                  <a:pt x="62639" y="63651"/>
                </a:moveTo>
                <a:cubicBezTo>
                  <a:pt x="60187" y="63651"/>
                  <a:pt x="58198" y="65640"/>
                  <a:pt x="58198" y="68092"/>
                </a:cubicBezTo>
                <a:cubicBezTo>
                  <a:pt x="58198" y="70545"/>
                  <a:pt x="60187" y="72533"/>
                  <a:pt x="62639" y="72533"/>
                </a:cubicBezTo>
                <a:cubicBezTo>
                  <a:pt x="65092" y="72533"/>
                  <a:pt x="67081" y="70545"/>
                  <a:pt x="67081" y="68092"/>
                </a:cubicBezTo>
                <a:cubicBezTo>
                  <a:pt x="67081" y="65640"/>
                  <a:pt x="65092" y="63651"/>
                  <a:pt x="62639" y="63651"/>
                </a:cubicBezTo>
                <a:close/>
                <a:moveTo>
                  <a:pt x="46995" y="70783"/>
                </a:moveTo>
                <a:cubicBezTo>
                  <a:pt x="47364" y="70783"/>
                  <a:pt x="47697" y="70926"/>
                  <a:pt x="47959" y="71176"/>
                </a:cubicBezTo>
                <a:cubicBezTo>
                  <a:pt x="48221" y="71438"/>
                  <a:pt x="48364" y="71783"/>
                  <a:pt x="48364" y="72140"/>
                </a:cubicBezTo>
                <a:cubicBezTo>
                  <a:pt x="48364" y="72510"/>
                  <a:pt x="48221" y="72855"/>
                  <a:pt x="47959" y="73105"/>
                </a:cubicBezTo>
                <a:cubicBezTo>
                  <a:pt x="47697" y="73367"/>
                  <a:pt x="47364" y="73510"/>
                  <a:pt x="46995" y="73510"/>
                </a:cubicBezTo>
                <a:cubicBezTo>
                  <a:pt x="46626" y="73510"/>
                  <a:pt x="46292" y="73367"/>
                  <a:pt x="46030" y="73117"/>
                </a:cubicBezTo>
                <a:cubicBezTo>
                  <a:pt x="45768" y="72855"/>
                  <a:pt x="45625" y="72510"/>
                  <a:pt x="45625" y="72152"/>
                </a:cubicBezTo>
                <a:cubicBezTo>
                  <a:pt x="45625" y="71783"/>
                  <a:pt x="45768" y="71438"/>
                  <a:pt x="46030" y="71176"/>
                </a:cubicBezTo>
                <a:cubicBezTo>
                  <a:pt x="46280" y="70926"/>
                  <a:pt x="46626" y="70783"/>
                  <a:pt x="46995" y="70783"/>
                </a:cubicBezTo>
                <a:close/>
                <a:moveTo>
                  <a:pt x="62639" y="62604"/>
                </a:moveTo>
                <a:cubicBezTo>
                  <a:pt x="65664" y="62604"/>
                  <a:pt x="68128" y="65068"/>
                  <a:pt x="68128" y="68092"/>
                </a:cubicBezTo>
                <a:cubicBezTo>
                  <a:pt x="68128" y="71128"/>
                  <a:pt x="65664" y="73581"/>
                  <a:pt x="62639" y="73581"/>
                </a:cubicBezTo>
                <a:cubicBezTo>
                  <a:pt x="59615" y="73581"/>
                  <a:pt x="57151" y="71117"/>
                  <a:pt x="57151" y="68092"/>
                </a:cubicBezTo>
                <a:cubicBezTo>
                  <a:pt x="57151" y="65068"/>
                  <a:pt x="59615" y="62604"/>
                  <a:pt x="62639" y="62604"/>
                </a:cubicBezTo>
                <a:close/>
                <a:moveTo>
                  <a:pt x="62639" y="61949"/>
                </a:moveTo>
                <a:cubicBezTo>
                  <a:pt x="59258" y="61949"/>
                  <a:pt x="56496" y="64711"/>
                  <a:pt x="56496" y="68092"/>
                </a:cubicBezTo>
                <a:cubicBezTo>
                  <a:pt x="56496" y="71474"/>
                  <a:pt x="59258" y="74236"/>
                  <a:pt x="62639" y="74236"/>
                </a:cubicBezTo>
                <a:cubicBezTo>
                  <a:pt x="66021" y="74236"/>
                  <a:pt x="68783" y="71474"/>
                  <a:pt x="68783" y="68092"/>
                </a:cubicBezTo>
                <a:cubicBezTo>
                  <a:pt x="68783" y="64711"/>
                  <a:pt x="66021" y="61949"/>
                  <a:pt x="62639" y="61949"/>
                </a:cubicBezTo>
                <a:close/>
                <a:moveTo>
                  <a:pt x="127231" y="31362"/>
                </a:moveTo>
                <a:lnTo>
                  <a:pt x="108455" y="50138"/>
                </a:lnTo>
                <a:lnTo>
                  <a:pt x="108836" y="52960"/>
                </a:lnTo>
                <a:lnTo>
                  <a:pt x="104240" y="57543"/>
                </a:lnTo>
                <a:lnTo>
                  <a:pt x="101275" y="57543"/>
                </a:lnTo>
                <a:lnTo>
                  <a:pt x="89655" y="69164"/>
                </a:lnTo>
                <a:lnTo>
                  <a:pt x="86416" y="69164"/>
                </a:lnTo>
                <a:lnTo>
                  <a:pt x="78939" y="76641"/>
                </a:lnTo>
                <a:cubicBezTo>
                  <a:pt x="78755" y="76534"/>
                  <a:pt x="78549" y="76481"/>
                  <a:pt x="78343" y="76481"/>
                </a:cubicBezTo>
                <a:cubicBezTo>
                  <a:pt x="78043" y="76481"/>
                  <a:pt x="77743" y="76594"/>
                  <a:pt x="77510" y="76820"/>
                </a:cubicBezTo>
                <a:cubicBezTo>
                  <a:pt x="77058" y="77284"/>
                  <a:pt x="77058" y="78022"/>
                  <a:pt x="77522" y="78475"/>
                </a:cubicBezTo>
                <a:cubicBezTo>
                  <a:pt x="77749" y="78707"/>
                  <a:pt x="78046" y="78823"/>
                  <a:pt x="78345" y="78823"/>
                </a:cubicBezTo>
                <a:cubicBezTo>
                  <a:pt x="78644" y="78823"/>
                  <a:pt x="78945" y="78707"/>
                  <a:pt x="79177" y="78475"/>
                </a:cubicBezTo>
                <a:cubicBezTo>
                  <a:pt x="79546" y="78105"/>
                  <a:pt x="79606" y="77558"/>
                  <a:pt x="79380" y="77117"/>
                </a:cubicBezTo>
                <a:lnTo>
                  <a:pt x="86690" y="69807"/>
                </a:lnTo>
                <a:lnTo>
                  <a:pt x="89929" y="69807"/>
                </a:lnTo>
                <a:lnTo>
                  <a:pt x="101537" y="58198"/>
                </a:lnTo>
                <a:lnTo>
                  <a:pt x="104514" y="58198"/>
                </a:lnTo>
                <a:lnTo>
                  <a:pt x="109514" y="53186"/>
                </a:lnTo>
                <a:lnTo>
                  <a:pt x="109133" y="50364"/>
                </a:lnTo>
                <a:lnTo>
                  <a:pt x="127683" y="31814"/>
                </a:lnTo>
                <a:lnTo>
                  <a:pt x="127231" y="31362"/>
                </a:lnTo>
                <a:close/>
                <a:moveTo>
                  <a:pt x="54924" y="76581"/>
                </a:moveTo>
                <a:lnTo>
                  <a:pt x="54924" y="78915"/>
                </a:lnTo>
                <a:lnTo>
                  <a:pt x="57270" y="78915"/>
                </a:lnTo>
                <a:lnTo>
                  <a:pt x="57270" y="76581"/>
                </a:lnTo>
                <a:close/>
                <a:moveTo>
                  <a:pt x="59127" y="76581"/>
                </a:moveTo>
                <a:lnTo>
                  <a:pt x="59127" y="78915"/>
                </a:lnTo>
                <a:lnTo>
                  <a:pt x="61473" y="78915"/>
                </a:lnTo>
                <a:lnTo>
                  <a:pt x="61473" y="76581"/>
                </a:lnTo>
                <a:close/>
                <a:moveTo>
                  <a:pt x="68295" y="76748"/>
                </a:moveTo>
                <a:cubicBezTo>
                  <a:pt x="68664" y="76748"/>
                  <a:pt x="68997" y="76891"/>
                  <a:pt x="69259" y="77141"/>
                </a:cubicBezTo>
                <a:cubicBezTo>
                  <a:pt x="69521" y="77403"/>
                  <a:pt x="69664" y="77748"/>
                  <a:pt x="69664" y="78105"/>
                </a:cubicBezTo>
                <a:cubicBezTo>
                  <a:pt x="69664" y="78475"/>
                  <a:pt x="69521" y="78820"/>
                  <a:pt x="69259" y="79082"/>
                </a:cubicBezTo>
                <a:cubicBezTo>
                  <a:pt x="69009" y="79332"/>
                  <a:pt x="68664" y="79475"/>
                  <a:pt x="68295" y="79475"/>
                </a:cubicBezTo>
                <a:cubicBezTo>
                  <a:pt x="67926" y="79475"/>
                  <a:pt x="67592" y="79332"/>
                  <a:pt x="67331" y="79082"/>
                </a:cubicBezTo>
                <a:cubicBezTo>
                  <a:pt x="66795" y="78546"/>
                  <a:pt x="66795" y="77677"/>
                  <a:pt x="67331" y="77141"/>
                </a:cubicBezTo>
                <a:cubicBezTo>
                  <a:pt x="67581" y="76891"/>
                  <a:pt x="67926" y="76748"/>
                  <a:pt x="68295" y="76748"/>
                </a:cubicBezTo>
                <a:close/>
                <a:moveTo>
                  <a:pt x="106347" y="23599"/>
                </a:moveTo>
                <a:lnTo>
                  <a:pt x="94989" y="34969"/>
                </a:lnTo>
                <a:lnTo>
                  <a:pt x="94727" y="43232"/>
                </a:lnTo>
                <a:lnTo>
                  <a:pt x="80570" y="57412"/>
                </a:lnTo>
                <a:lnTo>
                  <a:pt x="80570" y="65032"/>
                </a:lnTo>
                <a:lnTo>
                  <a:pt x="69271" y="76355"/>
                </a:lnTo>
                <a:cubicBezTo>
                  <a:pt x="68974" y="76189"/>
                  <a:pt x="68640" y="76093"/>
                  <a:pt x="68295" y="76093"/>
                </a:cubicBezTo>
                <a:cubicBezTo>
                  <a:pt x="67759" y="76093"/>
                  <a:pt x="67247" y="76308"/>
                  <a:pt x="66866" y="76689"/>
                </a:cubicBezTo>
                <a:cubicBezTo>
                  <a:pt x="66092" y="77474"/>
                  <a:pt x="66092" y="78748"/>
                  <a:pt x="66878" y="79534"/>
                </a:cubicBezTo>
                <a:cubicBezTo>
                  <a:pt x="67259" y="79915"/>
                  <a:pt x="67759" y="80118"/>
                  <a:pt x="68295" y="80118"/>
                </a:cubicBezTo>
                <a:cubicBezTo>
                  <a:pt x="68831" y="80118"/>
                  <a:pt x="69343" y="79915"/>
                  <a:pt x="69724" y="79534"/>
                </a:cubicBezTo>
                <a:cubicBezTo>
                  <a:pt x="70105" y="79153"/>
                  <a:pt x="70307" y="78641"/>
                  <a:pt x="70307" y="78105"/>
                </a:cubicBezTo>
                <a:cubicBezTo>
                  <a:pt x="70307" y="77605"/>
                  <a:pt x="70117" y="77129"/>
                  <a:pt x="69783" y="76748"/>
                </a:cubicBezTo>
                <a:lnTo>
                  <a:pt x="81225" y="65294"/>
                </a:lnTo>
                <a:lnTo>
                  <a:pt x="81213" y="57686"/>
                </a:lnTo>
                <a:lnTo>
                  <a:pt x="95370" y="43506"/>
                </a:lnTo>
                <a:lnTo>
                  <a:pt x="95632" y="35243"/>
                </a:lnTo>
                <a:lnTo>
                  <a:pt x="106812" y="24063"/>
                </a:lnTo>
                <a:lnTo>
                  <a:pt x="106347" y="23599"/>
                </a:lnTo>
                <a:close/>
                <a:moveTo>
                  <a:pt x="54924" y="80487"/>
                </a:moveTo>
                <a:lnTo>
                  <a:pt x="54924" y="82820"/>
                </a:lnTo>
                <a:lnTo>
                  <a:pt x="57270" y="82820"/>
                </a:lnTo>
                <a:lnTo>
                  <a:pt x="57270" y="80487"/>
                </a:lnTo>
                <a:close/>
                <a:moveTo>
                  <a:pt x="59127" y="80487"/>
                </a:moveTo>
                <a:lnTo>
                  <a:pt x="59127" y="82820"/>
                </a:lnTo>
                <a:lnTo>
                  <a:pt x="61473" y="82820"/>
                </a:lnTo>
                <a:lnTo>
                  <a:pt x="61473" y="80487"/>
                </a:lnTo>
                <a:close/>
                <a:moveTo>
                  <a:pt x="54924" y="84392"/>
                </a:moveTo>
                <a:lnTo>
                  <a:pt x="54924" y="86726"/>
                </a:lnTo>
                <a:lnTo>
                  <a:pt x="57270" y="86726"/>
                </a:lnTo>
                <a:lnTo>
                  <a:pt x="57270" y="84392"/>
                </a:lnTo>
                <a:close/>
                <a:moveTo>
                  <a:pt x="71272" y="87404"/>
                </a:moveTo>
                <a:cubicBezTo>
                  <a:pt x="71641" y="87404"/>
                  <a:pt x="71974" y="87547"/>
                  <a:pt x="72236" y="87797"/>
                </a:cubicBezTo>
                <a:cubicBezTo>
                  <a:pt x="72498" y="88059"/>
                  <a:pt x="72641" y="88404"/>
                  <a:pt x="72641" y="88762"/>
                </a:cubicBezTo>
                <a:cubicBezTo>
                  <a:pt x="72641" y="89131"/>
                  <a:pt x="72498" y="89476"/>
                  <a:pt x="72236" y="89738"/>
                </a:cubicBezTo>
                <a:cubicBezTo>
                  <a:pt x="71974" y="89988"/>
                  <a:pt x="71641" y="90131"/>
                  <a:pt x="71272" y="90131"/>
                </a:cubicBezTo>
                <a:cubicBezTo>
                  <a:pt x="70902" y="90131"/>
                  <a:pt x="70569" y="89988"/>
                  <a:pt x="70307" y="89738"/>
                </a:cubicBezTo>
                <a:cubicBezTo>
                  <a:pt x="70045" y="89476"/>
                  <a:pt x="69902" y="89131"/>
                  <a:pt x="69902" y="88773"/>
                </a:cubicBezTo>
                <a:cubicBezTo>
                  <a:pt x="69902" y="88404"/>
                  <a:pt x="70045" y="88059"/>
                  <a:pt x="70307" y="87809"/>
                </a:cubicBezTo>
                <a:cubicBezTo>
                  <a:pt x="70569" y="87547"/>
                  <a:pt x="70902" y="87404"/>
                  <a:pt x="71272" y="87404"/>
                </a:cubicBezTo>
                <a:close/>
                <a:moveTo>
                  <a:pt x="54924" y="88285"/>
                </a:moveTo>
                <a:lnTo>
                  <a:pt x="54924" y="90631"/>
                </a:lnTo>
                <a:lnTo>
                  <a:pt x="57270" y="90631"/>
                </a:lnTo>
                <a:lnTo>
                  <a:pt x="57270" y="88285"/>
                </a:lnTo>
                <a:close/>
                <a:moveTo>
                  <a:pt x="61651" y="45482"/>
                </a:moveTo>
                <a:cubicBezTo>
                  <a:pt x="61115" y="45482"/>
                  <a:pt x="60604" y="45685"/>
                  <a:pt x="60223" y="46066"/>
                </a:cubicBezTo>
                <a:cubicBezTo>
                  <a:pt x="59842" y="46447"/>
                  <a:pt x="59639" y="46959"/>
                  <a:pt x="59639" y="47495"/>
                </a:cubicBezTo>
                <a:cubicBezTo>
                  <a:pt x="59639" y="47935"/>
                  <a:pt x="59782" y="48364"/>
                  <a:pt x="60044" y="48709"/>
                </a:cubicBezTo>
                <a:lnTo>
                  <a:pt x="56472" y="52293"/>
                </a:lnTo>
                <a:lnTo>
                  <a:pt x="50948" y="53174"/>
                </a:lnTo>
                <a:lnTo>
                  <a:pt x="47816" y="56293"/>
                </a:lnTo>
                <a:lnTo>
                  <a:pt x="47328" y="61437"/>
                </a:lnTo>
                <a:lnTo>
                  <a:pt x="12371" y="96393"/>
                </a:lnTo>
                <a:lnTo>
                  <a:pt x="12824" y="96858"/>
                </a:lnTo>
                <a:lnTo>
                  <a:pt x="47947" y="61734"/>
                </a:lnTo>
                <a:lnTo>
                  <a:pt x="48435" y="56591"/>
                </a:lnTo>
                <a:lnTo>
                  <a:pt x="51257" y="53781"/>
                </a:lnTo>
                <a:lnTo>
                  <a:pt x="56770" y="52900"/>
                </a:lnTo>
                <a:lnTo>
                  <a:pt x="60520" y="49161"/>
                </a:lnTo>
                <a:cubicBezTo>
                  <a:pt x="60842" y="49388"/>
                  <a:pt x="61235" y="49507"/>
                  <a:pt x="61651" y="49507"/>
                </a:cubicBezTo>
                <a:cubicBezTo>
                  <a:pt x="62187" y="49507"/>
                  <a:pt x="62687" y="49292"/>
                  <a:pt x="63068" y="48911"/>
                </a:cubicBezTo>
                <a:cubicBezTo>
                  <a:pt x="63449" y="48530"/>
                  <a:pt x="63663" y="48030"/>
                  <a:pt x="63663" y="47495"/>
                </a:cubicBezTo>
                <a:cubicBezTo>
                  <a:pt x="63663" y="46959"/>
                  <a:pt x="63449" y="46447"/>
                  <a:pt x="63068" y="46066"/>
                </a:cubicBezTo>
                <a:cubicBezTo>
                  <a:pt x="62687" y="45685"/>
                  <a:pt x="62187" y="45482"/>
                  <a:pt x="61651" y="45482"/>
                </a:cubicBezTo>
                <a:close/>
                <a:moveTo>
                  <a:pt x="69807" y="103120"/>
                </a:moveTo>
                <a:cubicBezTo>
                  <a:pt x="70105" y="103120"/>
                  <a:pt x="70379" y="103228"/>
                  <a:pt x="70617" y="103394"/>
                </a:cubicBezTo>
                <a:lnTo>
                  <a:pt x="70902" y="103680"/>
                </a:lnTo>
                <a:cubicBezTo>
                  <a:pt x="71081" y="103918"/>
                  <a:pt x="71176" y="104192"/>
                  <a:pt x="71176" y="104490"/>
                </a:cubicBezTo>
                <a:cubicBezTo>
                  <a:pt x="71176" y="104859"/>
                  <a:pt x="71033" y="105204"/>
                  <a:pt x="70771" y="105454"/>
                </a:cubicBezTo>
                <a:cubicBezTo>
                  <a:pt x="70521" y="105716"/>
                  <a:pt x="70176" y="105859"/>
                  <a:pt x="69807" y="105859"/>
                </a:cubicBezTo>
                <a:cubicBezTo>
                  <a:pt x="69450" y="105859"/>
                  <a:pt x="69105" y="105716"/>
                  <a:pt x="68843" y="105454"/>
                </a:cubicBezTo>
                <a:cubicBezTo>
                  <a:pt x="68593" y="105204"/>
                  <a:pt x="68450" y="104859"/>
                  <a:pt x="68450" y="104490"/>
                </a:cubicBezTo>
                <a:cubicBezTo>
                  <a:pt x="68450" y="104132"/>
                  <a:pt x="68593" y="103787"/>
                  <a:pt x="68843" y="103525"/>
                </a:cubicBezTo>
                <a:cubicBezTo>
                  <a:pt x="69105" y="103263"/>
                  <a:pt x="69450" y="103120"/>
                  <a:pt x="69807" y="103120"/>
                </a:cubicBezTo>
                <a:close/>
                <a:moveTo>
                  <a:pt x="118635" y="55126"/>
                </a:moveTo>
                <a:lnTo>
                  <a:pt x="83511" y="90250"/>
                </a:lnTo>
                <a:lnTo>
                  <a:pt x="83023" y="95393"/>
                </a:lnTo>
                <a:lnTo>
                  <a:pt x="80201" y="98203"/>
                </a:lnTo>
                <a:lnTo>
                  <a:pt x="74677" y="99084"/>
                </a:lnTo>
                <a:lnTo>
                  <a:pt x="70938" y="102823"/>
                </a:lnTo>
                <a:cubicBezTo>
                  <a:pt x="70605" y="102597"/>
                  <a:pt x="70224" y="102478"/>
                  <a:pt x="69807" y="102478"/>
                </a:cubicBezTo>
                <a:cubicBezTo>
                  <a:pt x="69271" y="102478"/>
                  <a:pt x="68771" y="102692"/>
                  <a:pt x="68390" y="103073"/>
                </a:cubicBezTo>
                <a:cubicBezTo>
                  <a:pt x="68009" y="103442"/>
                  <a:pt x="67795" y="103954"/>
                  <a:pt x="67795" y="104490"/>
                </a:cubicBezTo>
                <a:cubicBezTo>
                  <a:pt x="67795" y="105025"/>
                  <a:pt x="68009" y="105537"/>
                  <a:pt x="68390" y="105907"/>
                </a:cubicBezTo>
                <a:cubicBezTo>
                  <a:pt x="68771" y="106288"/>
                  <a:pt x="69271" y="106502"/>
                  <a:pt x="69807" y="106502"/>
                </a:cubicBezTo>
                <a:cubicBezTo>
                  <a:pt x="70355" y="106502"/>
                  <a:pt x="70855" y="106288"/>
                  <a:pt x="71236" y="105907"/>
                </a:cubicBezTo>
                <a:cubicBezTo>
                  <a:pt x="71617" y="105526"/>
                  <a:pt x="71819" y="105025"/>
                  <a:pt x="71819" y="104490"/>
                </a:cubicBezTo>
                <a:cubicBezTo>
                  <a:pt x="71819" y="104037"/>
                  <a:pt x="71676" y="103621"/>
                  <a:pt x="71402" y="103263"/>
                </a:cubicBezTo>
                <a:lnTo>
                  <a:pt x="74986" y="99691"/>
                </a:lnTo>
                <a:lnTo>
                  <a:pt x="80511" y="98810"/>
                </a:lnTo>
                <a:lnTo>
                  <a:pt x="83642" y="95679"/>
                </a:lnTo>
                <a:lnTo>
                  <a:pt x="84130" y="90547"/>
                </a:lnTo>
                <a:lnTo>
                  <a:pt x="119087" y="55591"/>
                </a:lnTo>
                <a:lnTo>
                  <a:pt x="118635" y="55126"/>
                </a:lnTo>
                <a:close/>
                <a:moveTo>
                  <a:pt x="46020" y="89113"/>
                </a:moveTo>
                <a:cubicBezTo>
                  <a:pt x="45721" y="89113"/>
                  <a:pt x="45423" y="89226"/>
                  <a:pt x="45197" y="89452"/>
                </a:cubicBezTo>
                <a:cubicBezTo>
                  <a:pt x="44816" y="89833"/>
                  <a:pt x="44756" y="90405"/>
                  <a:pt x="45006" y="90857"/>
                </a:cubicBezTo>
                <a:lnTo>
                  <a:pt x="40470" y="95393"/>
                </a:lnTo>
                <a:lnTo>
                  <a:pt x="40922" y="98751"/>
                </a:lnTo>
                <a:lnTo>
                  <a:pt x="30445" y="109216"/>
                </a:lnTo>
                <a:lnTo>
                  <a:pt x="30909" y="109681"/>
                </a:lnTo>
                <a:lnTo>
                  <a:pt x="41601" y="98977"/>
                </a:lnTo>
                <a:lnTo>
                  <a:pt x="41149" y="95620"/>
                </a:lnTo>
                <a:lnTo>
                  <a:pt x="45471" y="91309"/>
                </a:lnTo>
                <a:cubicBezTo>
                  <a:pt x="45644" y="91403"/>
                  <a:pt x="45836" y="91451"/>
                  <a:pt x="46028" y="91451"/>
                </a:cubicBezTo>
                <a:cubicBezTo>
                  <a:pt x="46324" y="91451"/>
                  <a:pt x="46621" y="91338"/>
                  <a:pt x="46852" y="91107"/>
                </a:cubicBezTo>
                <a:cubicBezTo>
                  <a:pt x="47304" y="90655"/>
                  <a:pt x="47304" y="89916"/>
                  <a:pt x="46852" y="89452"/>
                </a:cubicBezTo>
                <a:cubicBezTo>
                  <a:pt x="46620" y="89226"/>
                  <a:pt x="46319" y="89113"/>
                  <a:pt x="46020" y="89113"/>
                </a:cubicBezTo>
                <a:close/>
                <a:moveTo>
                  <a:pt x="46995" y="70128"/>
                </a:moveTo>
                <a:cubicBezTo>
                  <a:pt x="46459" y="70128"/>
                  <a:pt x="45947" y="70343"/>
                  <a:pt x="45566" y="70724"/>
                </a:cubicBezTo>
                <a:cubicBezTo>
                  <a:pt x="45197" y="71105"/>
                  <a:pt x="44983" y="71605"/>
                  <a:pt x="44983" y="72140"/>
                </a:cubicBezTo>
                <a:cubicBezTo>
                  <a:pt x="44983" y="72605"/>
                  <a:pt x="45137" y="73033"/>
                  <a:pt x="45411" y="73379"/>
                </a:cubicBezTo>
                <a:lnTo>
                  <a:pt x="27099" y="91702"/>
                </a:lnTo>
                <a:lnTo>
                  <a:pt x="24278" y="91321"/>
                </a:lnTo>
                <a:lnTo>
                  <a:pt x="19265" y="96334"/>
                </a:lnTo>
                <a:lnTo>
                  <a:pt x="19265" y="99299"/>
                </a:lnTo>
                <a:lnTo>
                  <a:pt x="7656" y="110919"/>
                </a:lnTo>
                <a:lnTo>
                  <a:pt x="7656" y="114158"/>
                </a:lnTo>
                <a:lnTo>
                  <a:pt x="1" y="121801"/>
                </a:lnTo>
                <a:lnTo>
                  <a:pt x="453" y="122266"/>
                </a:lnTo>
                <a:lnTo>
                  <a:pt x="8299" y="114419"/>
                </a:lnTo>
                <a:lnTo>
                  <a:pt x="8299" y="111181"/>
                </a:lnTo>
                <a:lnTo>
                  <a:pt x="19920" y="99560"/>
                </a:lnTo>
                <a:lnTo>
                  <a:pt x="19920" y="96596"/>
                </a:lnTo>
                <a:lnTo>
                  <a:pt x="24504" y="92000"/>
                </a:lnTo>
                <a:lnTo>
                  <a:pt x="27326" y="92381"/>
                </a:lnTo>
                <a:lnTo>
                  <a:pt x="45887" y="73819"/>
                </a:lnTo>
                <a:cubicBezTo>
                  <a:pt x="46209" y="74034"/>
                  <a:pt x="46590" y="74153"/>
                  <a:pt x="46995" y="74153"/>
                </a:cubicBezTo>
                <a:cubicBezTo>
                  <a:pt x="47530" y="74153"/>
                  <a:pt x="48042" y="73950"/>
                  <a:pt x="48423" y="73569"/>
                </a:cubicBezTo>
                <a:cubicBezTo>
                  <a:pt x="48793" y="73188"/>
                  <a:pt x="49007" y="72676"/>
                  <a:pt x="49007" y="72140"/>
                </a:cubicBezTo>
                <a:cubicBezTo>
                  <a:pt x="49007" y="71605"/>
                  <a:pt x="48793" y="71093"/>
                  <a:pt x="48412" y="70724"/>
                </a:cubicBezTo>
                <a:cubicBezTo>
                  <a:pt x="48031" y="70343"/>
                  <a:pt x="47530" y="70128"/>
                  <a:pt x="46995" y="70128"/>
                </a:cubicBezTo>
                <a:close/>
                <a:moveTo>
                  <a:pt x="71272" y="86761"/>
                </a:moveTo>
                <a:cubicBezTo>
                  <a:pt x="70736" y="86761"/>
                  <a:pt x="70236" y="86964"/>
                  <a:pt x="69855" y="87345"/>
                </a:cubicBezTo>
                <a:cubicBezTo>
                  <a:pt x="69474" y="87726"/>
                  <a:pt x="69259" y="88238"/>
                  <a:pt x="69259" y="88773"/>
                </a:cubicBezTo>
                <a:cubicBezTo>
                  <a:pt x="69259" y="89190"/>
                  <a:pt x="69390" y="89583"/>
                  <a:pt x="69628" y="89928"/>
                </a:cubicBezTo>
                <a:lnTo>
                  <a:pt x="64961" y="94584"/>
                </a:lnTo>
                <a:lnTo>
                  <a:pt x="65426" y="97941"/>
                </a:lnTo>
                <a:lnTo>
                  <a:pt x="41030" y="122325"/>
                </a:lnTo>
                <a:lnTo>
                  <a:pt x="41494" y="122778"/>
                </a:lnTo>
                <a:lnTo>
                  <a:pt x="66104" y="98167"/>
                </a:lnTo>
                <a:lnTo>
                  <a:pt x="65652" y="94810"/>
                </a:lnTo>
                <a:lnTo>
                  <a:pt x="70081" y="90381"/>
                </a:lnTo>
                <a:cubicBezTo>
                  <a:pt x="70426" y="90643"/>
                  <a:pt x="70831" y="90774"/>
                  <a:pt x="71272" y="90774"/>
                </a:cubicBezTo>
                <a:cubicBezTo>
                  <a:pt x="71807" y="90774"/>
                  <a:pt x="72319" y="90571"/>
                  <a:pt x="72700" y="90190"/>
                </a:cubicBezTo>
                <a:cubicBezTo>
                  <a:pt x="73081" y="89809"/>
                  <a:pt x="73284" y="89297"/>
                  <a:pt x="73284" y="88762"/>
                </a:cubicBezTo>
                <a:cubicBezTo>
                  <a:pt x="73284" y="88226"/>
                  <a:pt x="73069" y="87726"/>
                  <a:pt x="72700" y="87345"/>
                </a:cubicBezTo>
                <a:cubicBezTo>
                  <a:pt x="72319" y="86964"/>
                  <a:pt x="71807" y="86761"/>
                  <a:pt x="71272" y="86761"/>
                </a:cubicBezTo>
                <a:close/>
                <a:moveTo>
                  <a:pt x="58947" y="93780"/>
                </a:moveTo>
                <a:cubicBezTo>
                  <a:pt x="58648" y="93780"/>
                  <a:pt x="58347" y="93893"/>
                  <a:pt x="58115" y="94119"/>
                </a:cubicBezTo>
                <a:cubicBezTo>
                  <a:pt x="57746" y="94500"/>
                  <a:pt x="57686" y="95048"/>
                  <a:pt x="57913" y="95489"/>
                </a:cubicBezTo>
                <a:lnTo>
                  <a:pt x="50602" y="102787"/>
                </a:lnTo>
                <a:lnTo>
                  <a:pt x="47364" y="102787"/>
                </a:lnTo>
                <a:lnTo>
                  <a:pt x="35755" y="114408"/>
                </a:lnTo>
                <a:lnTo>
                  <a:pt x="32779" y="114408"/>
                </a:lnTo>
                <a:lnTo>
                  <a:pt x="27778" y="119408"/>
                </a:lnTo>
                <a:lnTo>
                  <a:pt x="28159" y="122230"/>
                </a:lnTo>
                <a:lnTo>
                  <a:pt x="9609" y="140780"/>
                </a:lnTo>
                <a:lnTo>
                  <a:pt x="10061" y="141244"/>
                </a:lnTo>
                <a:lnTo>
                  <a:pt x="28838" y="122468"/>
                </a:lnTo>
                <a:lnTo>
                  <a:pt x="28457" y="119646"/>
                </a:lnTo>
                <a:lnTo>
                  <a:pt x="33052" y="115050"/>
                </a:lnTo>
                <a:lnTo>
                  <a:pt x="36017" y="115050"/>
                </a:lnTo>
                <a:lnTo>
                  <a:pt x="47638" y="103442"/>
                </a:lnTo>
                <a:lnTo>
                  <a:pt x="50876" y="103442"/>
                </a:lnTo>
                <a:lnTo>
                  <a:pt x="58353" y="95953"/>
                </a:lnTo>
                <a:cubicBezTo>
                  <a:pt x="58539" y="96065"/>
                  <a:pt x="58747" y="96122"/>
                  <a:pt x="58954" y="96122"/>
                </a:cubicBezTo>
                <a:cubicBezTo>
                  <a:pt x="59251" y="96122"/>
                  <a:pt x="59546" y="96006"/>
                  <a:pt x="59770" y="95774"/>
                </a:cubicBezTo>
                <a:cubicBezTo>
                  <a:pt x="60234" y="95322"/>
                  <a:pt x="60234" y="94584"/>
                  <a:pt x="59770" y="94119"/>
                </a:cubicBezTo>
                <a:cubicBezTo>
                  <a:pt x="59544" y="93893"/>
                  <a:pt x="59246" y="93780"/>
                  <a:pt x="58947" y="937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00025" dist="19050" dir="5400000" algn="bl" rotWithShape="0">
              <a:schemeClr val="accent1">
                <a:alpha val="6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9" name="Google Shape;519;p38"/>
          <p:cNvSpPr/>
          <p:nvPr/>
        </p:nvSpPr>
        <p:spPr>
          <a:xfrm rot="10800000">
            <a:off x="-1465860" y="-1868613"/>
            <a:ext cx="4358174" cy="4821045"/>
          </a:xfrm>
          <a:custGeom>
            <a:avLst/>
            <a:gdLst/>
            <a:ahLst/>
            <a:cxnLst/>
            <a:rect l="l" t="t" r="r" b="b"/>
            <a:pathLst>
              <a:path w="127684" h="141245" extrusionOk="0">
                <a:moveTo>
                  <a:pt x="71170" y="25334"/>
                </a:moveTo>
                <a:cubicBezTo>
                  <a:pt x="70870" y="25334"/>
                  <a:pt x="70569" y="25450"/>
                  <a:pt x="70343" y="25682"/>
                </a:cubicBezTo>
                <a:cubicBezTo>
                  <a:pt x="69962" y="26051"/>
                  <a:pt x="69902" y="26623"/>
                  <a:pt x="70152" y="27075"/>
                </a:cubicBezTo>
                <a:lnTo>
                  <a:pt x="61592" y="35648"/>
                </a:lnTo>
                <a:lnTo>
                  <a:pt x="54412" y="34183"/>
                </a:lnTo>
                <a:lnTo>
                  <a:pt x="46233" y="42375"/>
                </a:lnTo>
                <a:cubicBezTo>
                  <a:pt x="46059" y="42281"/>
                  <a:pt x="45865" y="42234"/>
                  <a:pt x="45672" y="42234"/>
                </a:cubicBezTo>
                <a:cubicBezTo>
                  <a:pt x="45373" y="42234"/>
                  <a:pt x="45075" y="42346"/>
                  <a:pt x="44852" y="42577"/>
                </a:cubicBezTo>
                <a:cubicBezTo>
                  <a:pt x="44387" y="43030"/>
                  <a:pt x="44387" y="43768"/>
                  <a:pt x="44852" y="44232"/>
                </a:cubicBezTo>
                <a:cubicBezTo>
                  <a:pt x="45078" y="44458"/>
                  <a:pt x="45375" y="44572"/>
                  <a:pt x="45675" y="44572"/>
                </a:cubicBezTo>
                <a:cubicBezTo>
                  <a:pt x="45974" y="44572"/>
                  <a:pt x="46274" y="44458"/>
                  <a:pt x="46507" y="44232"/>
                </a:cubicBezTo>
                <a:cubicBezTo>
                  <a:pt x="46876" y="43851"/>
                  <a:pt x="46935" y="43280"/>
                  <a:pt x="46697" y="42839"/>
                </a:cubicBezTo>
                <a:lnTo>
                  <a:pt x="54627" y="34886"/>
                </a:lnTo>
                <a:lnTo>
                  <a:pt x="61806" y="36350"/>
                </a:lnTo>
                <a:lnTo>
                  <a:pt x="70605" y="27528"/>
                </a:lnTo>
                <a:cubicBezTo>
                  <a:pt x="70783" y="27627"/>
                  <a:pt x="70980" y="27675"/>
                  <a:pt x="71176" y="27675"/>
                </a:cubicBezTo>
                <a:cubicBezTo>
                  <a:pt x="71477" y="27675"/>
                  <a:pt x="71774" y="27561"/>
                  <a:pt x="71998" y="27337"/>
                </a:cubicBezTo>
                <a:cubicBezTo>
                  <a:pt x="72462" y="26873"/>
                  <a:pt x="72462" y="26135"/>
                  <a:pt x="71998" y="25682"/>
                </a:cubicBezTo>
                <a:cubicBezTo>
                  <a:pt x="71772" y="25450"/>
                  <a:pt x="71471" y="25334"/>
                  <a:pt x="71170" y="25334"/>
                </a:cubicBezTo>
                <a:close/>
                <a:moveTo>
                  <a:pt x="61651" y="46125"/>
                </a:moveTo>
                <a:cubicBezTo>
                  <a:pt x="62008" y="46125"/>
                  <a:pt x="62354" y="46268"/>
                  <a:pt x="62616" y="46530"/>
                </a:cubicBezTo>
                <a:cubicBezTo>
                  <a:pt x="62866" y="46792"/>
                  <a:pt x="63009" y="47125"/>
                  <a:pt x="63009" y="47495"/>
                </a:cubicBezTo>
                <a:cubicBezTo>
                  <a:pt x="63009" y="47864"/>
                  <a:pt x="62866" y="48197"/>
                  <a:pt x="62616" y="48459"/>
                </a:cubicBezTo>
                <a:cubicBezTo>
                  <a:pt x="62354" y="48721"/>
                  <a:pt x="62008" y="48864"/>
                  <a:pt x="61639" y="48864"/>
                </a:cubicBezTo>
                <a:cubicBezTo>
                  <a:pt x="61354" y="48864"/>
                  <a:pt x="61068" y="48769"/>
                  <a:pt x="60842" y="48590"/>
                </a:cubicBezTo>
                <a:lnTo>
                  <a:pt x="60544" y="48304"/>
                </a:lnTo>
                <a:cubicBezTo>
                  <a:pt x="60377" y="48066"/>
                  <a:pt x="60282" y="47792"/>
                  <a:pt x="60282" y="47495"/>
                </a:cubicBezTo>
                <a:cubicBezTo>
                  <a:pt x="60282" y="47125"/>
                  <a:pt x="60425" y="46792"/>
                  <a:pt x="60675" y="46530"/>
                </a:cubicBezTo>
                <a:cubicBezTo>
                  <a:pt x="60937" y="46268"/>
                  <a:pt x="61282" y="46125"/>
                  <a:pt x="61651" y="46125"/>
                </a:cubicBezTo>
                <a:close/>
                <a:moveTo>
                  <a:pt x="29826" y="52614"/>
                </a:moveTo>
                <a:cubicBezTo>
                  <a:pt x="30195" y="52614"/>
                  <a:pt x="30540" y="52757"/>
                  <a:pt x="30790" y="53019"/>
                </a:cubicBezTo>
                <a:cubicBezTo>
                  <a:pt x="31052" y="53281"/>
                  <a:pt x="31195" y="53614"/>
                  <a:pt x="31195" y="53983"/>
                </a:cubicBezTo>
                <a:cubicBezTo>
                  <a:pt x="31195" y="54353"/>
                  <a:pt x="31052" y="54686"/>
                  <a:pt x="30790" y="54948"/>
                </a:cubicBezTo>
                <a:cubicBezTo>
                  <a:pt x="30540" y="55210"/>
                  <a:pt x="30195" y="55353"/>
                  <a:pt x="29826" y="55353"/>
                </a:cubicBezTo>
                <a:cubicBezTo>
                  <a:pt x="29469" y="55353"/>
                  <a:pt x="29123" y="55210"/>
                  <a:pt x="28861" y="54948"/>
                </a:cubicBezTo>
                <a:cubicBezTo>
                  <a:pt x="28611" y="54698"/>
                  <a:pt x="28469" y="54353"/>
                  <a:pt x="28469" y="53983"/>
                </a:cubicBezTo>
                <a:cubicBezTo>
                  <a:pt x="28469" y="53614"/>
                  <a:pt x="28611" y="53281"/>
                  <a:pt x="28861" y="53019"/>
                </a:cubicBezTo>
                <a:cubicBezTo>
                  <a:pt x="29123" y="52757"/>
                  <a:pt x="29469" y="52614"/>
                  <a:pt x="29826" y="52614"/>
                </a:cubicBezTo>
                <a:close/>
                <a:moveTo>
                  <a:pt x="102752" y="1"/>
                </a:moveTo>
                <a:lnTo>
                  <a:pt x="61508" y="41089"/>
                </a:lnTo>
                <a:lnTo>
                  <a:pt x="54900" y="39446"/>
                </a:lnTo>
                <a:lnTo>
                  <a:pt x="38696" y="55686"/>
                </a:lnTo>
                <a:lnTo>
                  <a:pt x="31838" y="54114"/>
                </a:lnTo>
                <a:cubicBezTo>
                  <a:pt x="31838" y="54079"/>
                  <a:pt x="31838" y="54031"/>
                  <a:pt x="31838" y="53983"/>
                </a:cubicBezTo>
                <a:cubicBezTo>
                  <a:pt x="31838" y="53448"/>
                  <a:pt x="31636" y="52936"/>
                  <a:pt x="31255" y="52555"/>
                </a:cubicBezTo>
                <a:cubicBezTo>
                  <a:pt x="30874" y="52186"/>
                  <a:pt x="30362" y="51971"/>
                  <a:pt x="29826" y="51971"/>
                </a:cubicBezTo>
                <a:cubicBezTo>
                  <a:pt x="29290" y="51971"/>
                  <a:pt x="28790" y="52186"/>
                  <a:pt x="28409" y="52555"/>
                </a:cubicBezTo>
                <a:cubicBezTo>
                  <a:pt x="28028" y="52936"/>
                  <a:pt x="27814" y="53448"/>
                  <a:pt x="27814" y="53983"/>
                </a:cubicBezTo>
                <a:cubicBezTo>
                  <a:pt x="27814" y="54519"/>
                  <a:pt x="28028" y="55031"/>
                  <a:pt x="28409" y="55400"/>
                </a:cubicBezTo>
                <a:cubicBezTo>
                  <a:pt x="28790" y="55781"/>
                  <a:pt x="29290" y="55996"/>
                  <a:pt x="29826" y="55996"/>
                </a:cubicBezTo>
                <a:cubicBezTo>
                  <a:pt x="30362" y="55996"/>
                  <a:pt x="30874" y="55781"/>
                  <a:pt x="31255" y="55412"/>
                </a:cubicBezTo>
                <a:cubicBezTo>
                  <a:pt x="31445" y="55222"/>
                  <a:pt x="31588" y="54995"/>
                  <a:pt x="31695" y="54745"/>
                </a:cubicBezTo>
                <a:lnTo>
                  <a:pt x="38898" y="56389"/>
                </a:lnTo>
                <a:lnTo>
                  <a:pt x="55103" y="40172"/>
                </a:lnTo>
                <a:lnTo>
                  <a:pt x="61711" y="41803"/>
                </a:lnTo>
                <a:lnTo>
                  <a:pt x="103204" y="465"/>
                </a:lnTo>
                <a:lnTo>
                  <a:pt x="102752" y="1"/>
                </a:lnTo>
                <a:close/>
                <a:moveTo>
                  <a:pt x="83684" y="39547"/>
                </a:moveTo>
                <a:cubicBezTo>
                  <a:pt x="83383" y="39547"/>
                  <a:pt x="83083" y="39660"/>
                  <a:pt x="82856" y="39886"/>
                </a:cubicBezTo>
                <a:cubicBezTo>
                  <a:pt x="82475" y="40267"/>
                  <a:pt x="82416" y="40839"/>
                  <a:pt x="82666" y="41280"/>
                </a:cubicBezTo>
                <a:lnTo>
                  <a:pt x="68843" y="55115"/>
                </a:lnTo>
                <a:lnTo>
                  <a:pt x="62604" y="57496"/>
                </a:lnTo>
                <a:cubicBezTo>
                  <a:pt x="62556" y="57436"/>
                  <a:pt x="62509" y="57377"/>
                  <a:pt x="62449" y="57317"/>
                </a:cubicBezTo>
                <a:cubicBezTo>
                  <a:pt x="62223" y="57085"/>
                  <a:pt x="61922" y="56969"/>
                  <a:pt x="61621" y="56969"/>
                </a:cubicBezTo>
                <a:cubicBezTo>
                  <a:pt x="61321" y="56969"/>
                  <a:pt x="61020" y="57085"/>
                  <a:pt x="60794" y="57317"/>
                </a:cubicBezTo>
                <a:cubicBezTo>
                  <a:pt x="60342" y="57770"/>
                  <a:pt x="60342" y="58520"/>
                  <a:pt x="60794" y="58972"/>
                </a:cubicBezTo>
                <a:cubicBezTo>
                  <a:pt x="61026" y="59198"/>
                  <a:pt x="61327" y="59311"/>
                  <a:pt x="61626" y="59311"/>
                </a:cubicBezTo>
                <a:cubicBezTo>
                  <a:pt x="61925" y="59311"/>
                  <a:pt x="62223" y="59198"/>
                  <a:pt x="62449" y="58972"/>
                </a:cubicBezTo>
                <a:cubicBezTo>
                  <a:pt x="62687" y="58734"/>
                  <a:pt x="62794" y="58424"/>
                  <a:pt x="62794" y="58127"/>
                </a:cubicBezTo>
                <a:lnTo>
                  <a:pt x="69200" y="55674"/>
                </a:lnTo>
                <a:lnTo>
                  <a:pt x="83118" y="41744"/>
                </a:lnTo>
                <a:cubicBezTo>
                  <a:pt x="83296" y="41838"/>
                  <a:pt x="83491" y="41885"/>
                  <a:pt x="83685" y="41885"/>
                </a:cubicBezTo>
                <a:cubicBezTo>
                  <a:pt x="83984" y="41885"/>
                  <a:pt x="84280" y="41772"/>
                  <a:pt x="84511" y="41541"/>
                </a:cubicBezTo>
                <a:cubicBezTo>
                  <a:pt x="84964" y="41089"/>
                  <a:pt x="84964" y="40351"/>
                  <a:pt x="84511" y="39886"/>
                </a:cubicBezTo>
                <a:cubicBezTo>
                  <a:pt x="84285" y="39660"/>
                  <a:pt x="83984" y="39547"/>
                  <a:pt x="83684" y="39547"/>
                </a:cubicBezTo>
                <a:close/>
                <a:moveTo>
                  <a:pt x="74993" y="61984"/>
                </a:moveTo>
                <a:cubicBezTo>
                  <a:pt x="75345" y="61984"/>
                  <a:pt x="75663" y="62126"/>
                  <a:pt x="75915" y="62377"/>
                </a:cubicBezTo>
                <a:cubicBezTo>
                  <a:pt x="76451" y="62913"/>
                  <a:pt x="76451" y="63770"/>
                  <a:pt x="75915" y="64306"/>
                </a:cubicBezTo>
                <a:cubicBezTo>
                  <a:pt x="75653" y="64568"/>
                  <a:pt x="75320" y="64711"/>
                  <a:pt x="74951" y="64711"/>
                </a:cubicBezTo>
                <a:cubicBezTo>
                  <a:pt x="74581" y="64711"/>
                  <a:pt x="74236" y="64568"/>
                  <a:pt x="73986" y="64306"/>
                </a:cubicBezTo>
                <a:cubicBezTo>
                  <a:pt x="73724" y="64056"/>
                  <a:pt x="73581" y="63711"/>
                  <a:pt x="73581" y="63342"/>
                </a:cubicBezTo>
                <a:cubicBezTo>
                  <a:pt x="73581" y="62985"/>
                  <a:pt x="73724" y="62639"/>
                  <a:pt x="73986" y="62377"/>
                </a:cubicBezTo>
                <a:cubicBezTo>
                  <a:pt x="74236" y="62127"/>
                  <a:pt x="74581" y="61984"/>
                  <a:pt x="74951" y="61984"/>
                </a:cubicBezTo>
                <a:cubicBezTo>
                  <a:pt x="74965" y="61984"/>
                  <a:pt x="74979" y="61984"/>
                  <a:pt x="74993" y="61984"/>
                </a:cubicBezTo>
                <a:close/>
                <a:moveTo>
                  <a:pt x="100513" y="20063"/>
                </a:moveTo>
                <a:lnTo>
                  <a:pt x="89167" y="31433"/>
                </a:lnTo>
                <a:lnTo>
                  <a:pt x="88893" y="39696"/>
                </a:lnTo>
                <a:lnTo>
                  <a:pt x="74736" y="53876"/>
                </a:lnTo>
                <a:lnTo>
                  <a:pt x="74736" y="61342"/>
                </a:lnTo>
                <a:cubicBezTo>
                  <a:pt x="74284" y="61389"/>
                  <a:pt x="73855" y="61592"/>
                  <a:pt x="73522" y="61925"/>
                </a:cubicBezTo>
                <a:cubicBezTo>
                  <a:pt x="73153" y="62306"/>
                  <a:pt x="72938" y="62806"/>
                  <a:pt x="72938" y="63342"/>
                </a:cubicBezTo>
                <a:cubicBezTo>
                  <a:pt x="72938" y="63878"/>
                  <a:pt x="73153" y="64390"/>
                  <a:pt x="73534" y="64771"/>
                </a:cubicBezTo>
                <a:cubicBezTo>
                  <a:pt x="73903" y="65140"/>
                  <a:pt x="74415" y="65354"/>
                  <a:pt x="74951" y="65354"/>
                </a:cubicBezTo>
                <a:cubicBezTo>
                  <a:pt x="75486" y="65354"/>
                  <a:pt x="75986" y="65140"/>
                  <a:pt x="76367" y="64759"/>
                </a:cubicBezTo>
                <a:cubicBezTo>
                  <a:pt x="77153" y="63973"/>
                  <a:pt x="77153" y="62699"/>
                  <a:pt x="76367" y="61913"/>
                </a:cubicBezTo>
                <a:cubicBezTo>
                  <a:pt x="76094" y="61639"/>
                  <a:pt x="75760" y="61461"/>
                  <a:pt x="75391" y="61377"/>
                </a:cubicBezTo>
                <a:lnTo>
                  <a:pt x="75379" y="54150"/>
                </a:lnTo>
                <a:lnTo>
                  <a:pt x="89536" y="39970"/>
                </a:lnTo>
                <a:lnTo>
                  <a:pt x="89798" y="31707"/>
                </a:lnTo>
                <a:lnTo>
                  <a:pt x="100978" y="20527"/>
                </a:lnTo>
                <a:lnTo>
                  <a:pt x="100513" y="20063"/>
                </a:lnTo>
                <a:close/>
                <a:moveTo>
                  <a:pt x="62639" y="65997"/>
                </a:moveTo>
                <a:cubicBezTo>
                  <a:pt x="61485" y="65997"/>
                  <a:pt x="60556" y="66937"/>
                  <a:pt x="60556" y="68092"/>
                </a:cubicBezTo>
                <a:cubicBezTo>
                  <a:pt x="60556" y="69247"/>
                  <a:pt x="61485" y="70176"/>
                  <a:pt x="62639" y="70176"/>
                </a:cubicBezTo>
                <a:cubicBezTo>
                  <a:pt x="63794" y="70176"/>
                  <a:pt x="64723" y="69247"/>
                  <a:pt x="64723" y="68092"/>
                </a:cubicBezTo>
                <a:cubicBezTo>
                  <a:pt x="64723" y="66937"/>
                  <a:pt x="63794" y="65997"/>
                  <a:pt x="62639" y="65997"/>
                </a:cubicBezTo>
                <a:close/>
                <a:moveTo>
                  <a:pt x="62639" y="64294"/>
                </a:moveTo>
                <a:cubicBezTo>
                  <a:pt x="64735" y="64294"/>
                  <a:pt x="66438" y="65997"/>
                  <a:pt x="66438" y="68092"/>
                </a:cubicBezTo>
                <a:cubicBezTo>
                  <a:pt x="66438" y="70188"/>
                  <a:pt x="64735" y="71890"/>
                  <a:pt x="62639" y="71890"/>
                </a:cubicBezTo>
                <a:cubicBezTo>
                  <a:pt x="60544" y="71890"/>
                  <a:pt x="58841" y="70188"/>
                  <a:pt x="58841" y="68092"/>
                </a:cubicBezTo>
                <a:cubicBezTo>
                  <a:pt x="58841" y="65997"/>
                  <a:pt x="60544" y="64294"/>
                  <a:pt x="62639" y="64294"/>
                </a:cubicBezTo>
                <a:close/>
                <a:moveTo>
                  <a:pt x="62639" y="63651"/>
                </a:moveTo>
                <a:cubicBezTo>
                  <a:pt x="60187" y="63651"/>
                  <a:pt x="58198" y="65640"/>
                  <a:pt x="58198" y="68092"/>
                </a:cubicBezTo>
                <a:cubicBezTo>
                  <a:pt x="58198" y="70545"/>
                  <a:pt x="60187" y="72533"/>
                  <a:pt x="62639" y="72533"/>
                </a:cubicBezTo>
                <a:cubicBezTo>
                  <a:pt x="65092" y="72533"/>
                  <a:pt x="67081" y="70545"/>
                  <a:pt x="67081" y="68092"/>
                </a:cubicBezTo>
                <a:cubicBezTo>
                  <a:pt x="67081" y="65640"/>
                  <a:pt x="65092" y="63651"/>
                  <a:pt x="62639" y="63651"/>
                </a:cubicBezTo>
                <a:close/>
                <a:moveTo>
                  <a:pt x="46995" y="70783"/>
                </a:moveTo>
                <a:cubicBezTo>
                  <a:pt x="47364" y="70783"/>
                  <a:pt x="47697" y="70926"/>
                  <a:pt x="47959" y="71176"/>
                </a:cubicBezTo>
                <a:cubicBezTo>
                  <a:pt x="48221" y="71438"/>
                  <a:pt x="48364" y="71783"/>
                  <a:pt x="48364" y="72140"/>
                </a:cubicBezTo>
                <a:cubicBezTo>
                  <a:pt x="48364" y="72510"/>
                  <a:pt x="48221" y="72855"/>
                  <a:pt x="47959" y="73105"/>
                </a:cubicBezTo>
                <a:cubicBezTo>
                  <a:pt x="47697" y="73367"/>
                  <a:pt x="47364" y="73510"/>
                  <a:pt x="46995" y="73510"/>
                </a:cubicBezTo>
                <a:cubicBezTo>
                  <a:pt x="46626" y="73510"/>
                  <a:pt x="46292" y="73367"/>
                  <a:pt x="46030" y="73117"/>
                </a:cubicBezTo>
                <a:cubicBezTo>
                  <a:pt x="45768" y="72855"/>
                  <a:pt x="45625" y="72510"/>
                  <a:pt x="45625" y="72152"/>
                </a:cubicBezTo>
                <a:cubicBezTo>
                  <a:pt x="45625" y="71783"/>
                  <a:pt x="45768" y="71438"/>
                  <a:pt x="46030" y="71176"/>
                </a:cubicBezTo>
                <a:cubicBezTo>
                  <a:pt x="46280" y="70926"/>
                  <a:pt x="46626" y="70783"/>
                  <a:pt x="46995" y="70783"/>
                </a:cubicBezTo>
                <a:close/>
                <a:moveTo>
                  <a:pt x="62639" y="62604"/>
                </a:moveTo>
                <a:cubicBezTo>
                  <a:pt x="65664" y="62604"/>
                  <a:pt x="68128" y="65068"/>
                  <a:pt x="68128" y="68092"/>
                </a:cubicBezTo>
                <a:cubicBezTo>
                  <a:pt x="68128" y="71128"/>
                  <a:pt x="65664" y="73581"/>
                  <a:pt x="62639" y="73581"/>
                </a:cubicBezTo>
                <a:cubicBezTo>
                  <a:pt x="59615" y="73581"/>
                  <a:pt x="57151" y="71117"/>
                  <a:pt x="57151" y="68092"/>
                </a:cubicBezTo>
                <a:cubicBezTo>
                  <a:pt x="57151" y="65068"/>
                  <a:pt x="59615" y="62604"/>
                  <a:pt x="62639" y="62604"/>
                </a:cubicBezTo>
                <a:close/>
                <a:moveTo>
                  <a:pt x="62639" y="61949"/>
                </a:moveTo>
                <a:cubicBezTo>
                  <a:pt x="59258" y="61949"/>
                  <a:pt x="56496" y="64711"/>
                  <a:pt x="56496" y="68092"/>
                </a:cubicBezTo>
                <a:cubicBezTo>
                  <a:pt x="56496" y="71474"/>
                  <a:pt x="59258" y="74236"/>
                  <a:pt x="62639" y="74236"/>
                </a:cubicBezTo>
                <a:cubicBezTo>
                  <a:pt x="66021" y="74236"/>
                  <a:pt x="68783" y="71474"/>
                  <a:pt x="68783" y="68092"/>
                </a:cubicBezTo>
                <a:cubicBezTo>
                  <a:pt x="68783" y="64711"/>
                  <a:pt x="66021" y="61949"/>
                  <a:pt x="62639" y="61949"/>
                </a:cubicBezTo>
                <a:close/>
                <a:moveTo>
                  <a:pt x="127231" y="31362"/>
                </a:moveTo>
                <a:lnTo>
                  <a:pt x="108455" y="50138"/>
                </a:lnTo>
                <a:lnTo>
                  <a:pt x="108836" y="52960"/>
                </a:lnTo>
                <a:lnTo>
                  <a:pt x="104240" y="57543"/>
                </a:lnTo>
                <a:lnTo>
                  <a:pt x="101275" y="57543"/>
                </a:lnTo>
                <a:lnTo>
                  <a:pt x="89655" y="69164"/>
                </a:lnTo>
                <a:lnTo>
                  <a:pt x="86416" y="69164"/>
                </a:lnTo>
                <a:lnTo>
                  <a:pt x="78939" y="76641"/>
                </a:lnTo>
                <a:cubicBezTo>
                  <a:pt x="78755" y="76534"/>
                  <a:pt x="78549" y="76481"/>
                  <a:pt x="78343" y="76481"/>
                </a:cubicBezTo>
                <a:cubicBezTo>
                  <a:pt x="78043" y="76481"/>
                  <a:pt x="77743" y="76594"/>
                  <a:pt x="77510" y="76820"/>
                </a:cubicBezTo>
                <a:cubicBezTo>
                  <a:pt x="77058" y="77284"/>
                  <a:pt x="77058" y="78022"/>
                  <a:pt x="77522" y="78475"/>
                </a:cubicBezTo>
                <a:cubicBezTo>
                  <a:pt x="77749" y="78707"/>
                  <a:pt x="78046" y="78823"/>
                  <a:pt x="78345" y="78823"/>
                </a:cubicBezTo>
                <a:cubicBezTo>
                  <a:pt x="78644" y="78823"/>
                  <a:pt x="78945" y="78707"/>
                  <a:pt x="79177" y="78475"/>
                </a:cubicBezTo>
                <a:cubicBezTo>
                  <a:pt x="79546" y="78105"/>
                  <a:pt x="79606" y="77558"/>
                  <a:pt x="79380" y="77117"/>
                </a:cubicBezTo>
                <a:lnTo>
                  <a:pt x="86690" y="69807"/>
                </a:lnTo>
                <a:lnTo>
                  <a:pt x="89929" y="69807"/>
                </a:lnTo>
                <a:lnTo>
                  <a:pt x="101537" y="58198"/>
                </a:lnTo>
                <a:lnTo>
                  <a:pt x="104514" y="58198"/>
                </a:lnTo>
                <a:lnTo>
                  <a:pt x="109514" y="53186"/>
                </a:lnTo>
                <a:lnTo>
                  <a:pt x="109133" y="50364"/>
                </a:lnTo>
                <a:lnTo>
                  <a:pt x="127683" y="31814"/>
                </a:lnTo>
                <a:lnTo>
                  <a:pt x="127231" y="31362"/>
                </a:lnTo>
                <a:close/>
                <a:moveTo>
                  <a:pt x="54924" y="76581"/>
                </a:moveTo>
                <a:lnTo>
                  <a:pt x="54924" y="78915"/>
                </a:lnTo>
                <a:lnTo>
                  <a:pt x="57270" y="78915"/>
                </a:lnTo>
                <a:lnTo>
                  <a:pt x="57270" y="76581"/>
                </a:lnTo>
                <a:close/>
                <a:moveTo>
                  <a:pt x="59127" y="76581"/>
                </a:moveTo>
                <a:lnTo>
                  <a:pt x="59127" y="78915"/>
                </a:lnTo>
                <a:lnTo>
                  <a:pt x="61473" y="78915"/>
                </a:lnTo>
                <a:lnTo>
                  <a:pt x="61473" y="76581"/>
                </a:lnTo>
                <a:close/>
                <a:moveTo>
                  <a:pt x="68295" y="76748"/>
                </a:moveTo>
                <a:cubicBezTo>
                  <a:pt x="68664" y="76748"/>
                  <a:pt x="68997" y="76891"/>
                  <a:pt x="69259" y="77141"/>
                </a:cubicBezTo>
                <a:cubicBezTo>
                  <a:pt x="69521" y="77403"/>
                  <a:pt x="69664" y="77748"/>
                  <a:pt x="69664" y="78105"/>
                </a:cubicBezTo>
                <a:cubicBezTo>
                  <a:pt x="69664" y="78475"/>
                  <a:pt x="69521" y="78820"/>
                  <a:pt x="69259" y="79082"/>
                </a:cubicBezTo>
                <a:cubicBezTo>
                  <a:pt x="69009" y="79332"/>
                  <a:pt x="68664" y="79475"/>
                  <a:pt x="68295" y="79475"/>
                </a:cubicBezTo>
                <a:cubicBezTo>
                  <a:pt x="67926" y="79475"/>
                  <a:pt x="67592" y="79332"/>
                  <a:pt x="67331" y="79082"/>
                </a:cubicBezTo>
                <a:cubicBezTo>
                  <a:pt x="66795" y="78546"/>
                  <a:pt x="66795" y="77677"/>
                  <a:pt x="67331" y="77141"/>
                </a:cubicBezTo>
                <a:cubicBezTo>
                  <a:pt x="67581" y="76891"/>
                  <a:pt x="67926" y="76748"/>
                  <a:pt x="68295" y="76748"/>
                </a:cubicBezTo>
                <a:close/>
                <a:moveTo>
                  <a:pt x="106347" y="23599"/>
                </a:moveTo>
                <a:lnTo>
                  <a:pt x="94989" y="34969"/>
                </a:lnTo>
                <a:lnTo>
                  <a:pt x="94727" y="43232"/>
                </a:lnTo>
                <a:lnTo>
                  <a:pt x="80570" y="57412"/>
                </a:lnTo>
                <a:lnTo>
                  <a:pt x="80570" y="65032"/>
                </a:lnTo>
                <a:lnTo>
                  <a:pt x="69271" y="76355"/>
                </a:lnTo>
                <a:cubicBezTo>
                  <a:pt x="68974" y="76189"/>
                  <a:pt x="68640" y="76093"/>
                  <a:pt x="68295" y="76093"/>
                </a:cubicBezTo>
                <a:cubicBezTo>
                  <a:pt x="67759" y="76093"/>
                  <a:pt x="67247" y="76308"/>
                  <a:pt x="66866" y="76689"/>
                </a:cubicBezTo>
                <a:cubicBezTo>
                  <a:pt x="66092" y="77474"/>
                  <a:pt x="66092" y="78748"/>
                  <a:pt x="66878" y="79534"/>
                </a:cubicBezTo>
                <a:cubicBezTo>
                  <a:pt x="67259" y="79915"/>
                  <a:pt x="67759" y="80118"/>
                  <a:pt x="68295" y="80118"/>
                </a:cubicBezTo>
                <a:cubicBezTo>
                  <a:pt x="68831" y="80118"/>
                  <a:pt x="69343" y="79915"/>
                  <a:pt x="69724" y="79534"/>
                </a:cubicBezTo>
                <a:cubicBezTo>
                  <a:pt x="70105" y="79153"/>
                  <a:pt x="70307" y="78641"/>
                  <a:pt x="70307" y="78105"/>
                </a:cubicBezTo>
                <a:cubicBezTo>
                  <a:pt x="70307" y="77605"/>
                  <a:pt x="70117" y="77129"/>
                  <a:pt x="69783" y="76748"/>
                </a:cubicBezTo>
                <a:lnTo>
                  <a:pt x="81225" y="65294"/>
                </a:lnTo>
                <a:lnTo>
                  <a:pt x="81213" y="57686"/>
                </a:lnTo>
                <a:lnTo>
                  <a:pt x="95370" y="43506"/>
                </a:lnTo>
                <a:lnTo>
                  <a:pt x="95632" y="35243"/>
                </a:lnTo>
                <a:lnTo>
                  <a:pt x="106812" y="24063"/>
                </a:lnTo>
                <a:lnTo>
                  <a:pt x="106347" y="23599"/>
                </a:lnTo>
                <a:close/>
                <a:moveTo>
                  <a:pt x="54924" y="80487"/>
                </a:moveTo>
                <a:lnTo>
                  <a:pt x="54924" y="82820"/>
                </a:lnTo>
                <a:lnTo>
                  <a:pt x="57270" y="82820"/>
                </a:lnTo>
                <a:lnTo>
                  <a:pt x="57270" y="80487"/>
                </a:lnTo>
                <a:close/>
                <a:moveTo>
                  <a:pt x="59127" y="80487"/>
                </a:moveTo>
                <a:lnTo>
                  <a:pt x="59127" y="82820"/>
                </a:lnTo>
                <a:lnTo>
                  <a:pt x="61473" y="82820"/>
                </a:lnTo>
                <a:lnTo>
                  <a:pt x="61473" y="80487"/>
                </a:lnTo>
                <a:close/>
                <a:moveTo>
                  <a:pt x="54924" y="84392"/>
                </a:moveTo>
                <a:lnTo>
                  <a:pt x="54924" y="86726"/>
                </a:lnTo>
                <a:lnTo>
                  <a:pt x="57270" y="86726"/>
                </a:lnTo>
                <a:lnTo>
                  <a:pt x="57270" y="84392"/>
                </a:lnTo>
                <a:close/>
                <a:moveTo>
                  <a:pt x="71272" y="87404"/>
                </a:moveTo>
                <a:cubicBezTo>
                  <a:pt x="71641" y="87404"/>
                  <a:pt x="71974" y="87547"/>
                  <a:pt x="72236" y="87797"/>
                </a:cubicBezTo>
                <a:cubicBezTo>
                  <a:pt x="72498" y="88059"/>
                  <a:pt x="72641" y="88404"/>
                  <a:pt x="72641" y="88762"/>
                </a:cubicBezTo>
                <a:cubicBezTo>
                  <a:pt x="72641" y="89131"/>
                  <a:pt x="72498" y="89476"/>
                  <a:pt x="72236" y="89738"/>
                </a:cubicBezTo>
                <a:cubicBezTo>
                  <a:pt x="71974" y="89988"/>
                  <a:pt x="71641" y="90131"/>
                  <a:pt x="71272" y="90131"/>
                </a:cubicBezTo>
                <a:cubicBezTo>
                  <a:pt x="70902" y="90131"/>
                  <a:pt x="70569" y="89988"/>
                  <a:pt x="70307" y="89738"/>
                </a:cubicBezTo>
                <a:cubicBezTo>
                  <a:pt x="70045" y="89476"/>
                  <a:pt x="69902" y="89131"/>
                  <a:pt x="69902" y="88773"/>
                </a:cubicBezTo>
                <a:cubicBezTo>
                  <a:pt x="69902" y="88404"/>
                  <a:pt x="70045" y="88059"/>
                  <a:pt x="70307" y="87809"/>
                </a:cubicBezTo>
                <a:cubicBezTo>
                  <a:pt x="70569" y="87547"/>
                  <a:pt x="70902" y="87404"/>
                  <a:pt x="71272" y="87404"/>
                </a:cubicBezTo>
                <a:close/>
                <a:moveTo>
                  <a:pt x="54924" y="88285"/>
                </a:moveTo>
                <a:lnTo>
                  <a:pt x="54924" y="90631"/>
                </a:lnTo>
                <a:lnTo>
                  <a:pt x="57270" y="90631"/>
                </a:lnTo>
                <a:lnTo>
                  <a:pt x="57270" y="88285"/>
                </a:lnTo>
                <a:close/>
                <a:moveTo>
                  <a:pt x="61651" y="45482"/>
                </a:moveTo>
                <a:cubicBezTo>
                  <a:pt x="61115" y="45482"/>
                  <a:pt x="60604" y="45685"/>
                  <a:pt x="60223" y="46066"/>
                </a:cubicBezTo>
                <a:cubicBezTo>
                  <a:pt x="59842" y="46447"/>
                  <a:pt x="59639" y="46959"/>
                  <a:pt x="59639" y="47495"/>
                </a:cubicBezTo>
                <a:cubicBezTo>
                  <a:pt x="59639" y="47935"/>
                  <a:pt x="59782" y="48364"/>
                  <a:pt x="60044" y="48709"/>
                </a:cubicBezTo>
                <a:lnTo>
                  <a:pt x="56472" y="52293"/>
                </a:lnTo>
                <a:lnTo>
                  <a:pt x="50948" y="53174"/>
                </a:lnTo>
                <a:lnTo>
                  <a:pt x="47816" y="56293"/>
                </a:lnTo>
                <a:lnTo>
                  <a:pt x="47328" y="61437"/>
                </a:lnTo>
                <a:lnTo>
                  <a:pt x="12371" y="96393"/>
                </a:lnTo>
                <a:lnTo>
                  <a:pt x="12824" y="96858"/>
                </a:lnTo>
                <a:lnTo>
                  <a:pt x="47947" y="61734"/>
                </a:lnTo>
                <a:lnTo>
                  <a:pt x="48435" y="56591"/>
                </a:lnTo>
                <a:lnTo>
                  <a:pt x="51257" y="53781"/>
                </a:lnTo>
                <a:lnTo>
                  <a:pt x="56770" y="52900"/>
                </a:lnTo>
                <a:lnTo>
                  <a:pt x="60520" y="49161"/>
                </a:lnTo>
                <a:cubicBezTo>
                  <a:pt x="60842" y="49388"/>
                  <a:pt x="61235" y="49507"/>
                  <a:pt x="61651" y="49507"/>
                </a:cubicBezTo>
                <a:cubicBezTo>
                  <a:pt x="62187" y="49507"/>
                  <a:pt x="62687" y="49292"/>
                  <a:pt x="63068" y="48911"/>
                </a:cubicBezTo>
                <a:cubicBezTo>
                  <a:pt x="63449" y="48530"/>
                  <a:pt x="63663" y="48030"/>
                  <a:pt x="63663" y="47495"/>
                </a:cubicBezTo>
                <a:cubicBezTo>
                  <a:pt x="63663" y="46959"/>
                  <a:pt x="63449" y="46447"/>
                  <a:pt x="63068" y="46066"/>
                </a:cubicBezTo>
                <a:cubicBezTo>
                  <a:pt x="62687" y="45685"/>
                  <a:pt x="62187" y="45482"/>
                  <a:pt x="61651" y="45482"/>
                </a:cubicBezTo>
                <a:close/>
                <a:moveTo>
                  <a:pt x="69807" y="103120"/>
                </a:moveTo>
                <a:cubicBezTo>
                  <a:pt x="70105" y="103120"/>
                  <a:pt x="70379" y="103228"/>
                  <a:pt x="70617" y="103394"/>
                </a:cubicBezTo>
                <a:lnTo>
                  <a:pt x="70902" y="103680"/>
                </a:lnTo>
                <a:cubicBezTo>
                  <a:pt x="71081" y="103918"/>
                  <a:pt x="71176" y="104192"/>
                  <a:pt x="71176" y="104490"/>
                </a:cubicBezTo>
                <a:cubicBezTo>
                  <a:pt x="71176" y="104859"/>
                  <a:pt x="71033" y="105204"/>
                  <a:pt x="70771" y="105454"/>
                </a:cubicBezTo>
                <a:cubicBezTo>
                  <a:pt x="70521" y="105716"/>
                  <a:pt x="70176" y="105859"/>
                  <a:pt x="69807" y="105859"/>
                </a:cubicBezTo>
                <a:cubicBezTo>
                  <a:pt x="69450" y="105859"/>
                  <a:pt x="69105" y="105716"/>
                  <a:pt x="68843" y="105454"/>
                </a:cubicBezTo>
                <a:cubicBezTo>
                  <a:pt x="68593" y="105204"/>
                  <a:pt x="68450" y="104859"/>
                  <a:pt x="68450" y="104490"/>
                </a:cubicBezTo>
                <a:cubicBezTo>
                  <a:pt x="68450" y="104132"/>
                  <a:pt x="68593" y="103787"/>
                  <a:pt x="68843" y="103525"/>
                </a:cubicBezTo>
                <a:cubicBezTo>
                  <a:pt x="69105" y="103263"/>
                  <a:pt x="69450" y="103120"/>
                  <a:pt x="69807" y="103120"/>
                </a:cubicBezTo>
                <a:close/>
                <a:moveTo>
                  <a:pt x="118635" y="55126"/>
                </a:moveTo>
                <a:lnTo>
                  <a:pt x="83511" y="90250"/>
                </a:lnTo>
                <a:lnTo>
                  <a:pt x="83023" y="95393"/>
                </a:lnTo>
                <a:lnTo>
                  <a:pt x="80201" y="98203"/>
                </a:lnTo>
                <a:lnTo>
                  <a:pt x="74677" y="99084"/>
                </a:lnTo>
                <a:lnTo>
                  <a:pt x="70938" y="102823"/>
                </a:lnTo>
                <a:cubicBezTo>
                  <a:pt x="70605" y="102597"/>
                  <a:pt x="70224" y="102478"/>
                  <a:pt x="69807" y="102478"/>
                </a:cubicBezTo>
                <a:cubicBezTo>
                  <a:pt x="69271" y="102478"/>
                  <a:pt x="68771" y="102692"/>
                  <a:pt x="68390" y="103073"/>
                </a:cubicBezTo>
                <a:cubicBezTo>
                  <a:pt x="68009" y="103442"/>
                  <a:pt x="67795" y="103954"/>
                  <a:pt x="67795" y="104490"/>
                </a:cubicBezTo>
                <a:cubicBezTo>
                  <a:pt x="67795" y="105025"/>
                  <a:pt x="68009" y="105537"/>
                  <a:pt x="68390" y="105907"/>
                </a:cubicBezTo>
                <a:cubicBezTo>
                  <a:pt x="68771" y="106288"/>
                  <a:pt x="69271" y="106502"/>
                  <a:pt x="69807" y="106502"/>
                </a:cubicBezTo>
                <a:cubicBezTo>
                  <a:pt x="70355" y="106502"/>
                  <a:pt x="70855" y="106288"/>
                  <a:pt x="71236" y="105907"/>
                </a:cubicBezTo>
                <a:cubicBezTo>
                  <a:pt x="71617" y="105526"/>
                  <a:pt x="71819" y="105025"/>
                  <a:pt x="71819" y="104490"/>
                </a:cubicBezTo>
                <a:cubicBezTo>
                  <a:pt x="71819" y="104037"/>
                  <a:pt x="71676" y="103621"/>
                  <a:pt x="71402" y="103263"/>
                </a:cubicBezTo>
                <a:lnTo>
                  <a:pt x="74986" y="99691"/>
                </a:lnTo>
                <a:lnTo>
                  <a:pt x="80511" y="98810"/>
                </a:lnTo>
                <a:lnTo>
                  <a:pt x="83642" y="95679"/>
                </a:lnTo>
                <a:lnTo>
                  <a:pt x="84130" y="90547"/>
                </a:lnTo>
                <a:lnTo>
                  <a:pt x="119087" y="55591"/>
                </a:lnTo>
                <a:lnTo>
                  <a:pt x="118635" y="55126"/>
                </a:lnTo>
                <a:close/>
                <a:moveTo>
                  <a:pt x="46020" y="89113"/>
                </a:moveTo>
                <a:cubicBezTo>
                  <a:pt x="45721" y="89113"/>
                  <a:pt x="45423" y="89226"/>
                  <a:pt x="45197" y="89452"/>
                </a:cubicBezTo>
                <a:cubicBezTo>
                  <a:pt x="44816" y="89833"/>
                  <a:pt x="44756" y="90405"/>
                  <a:pt x="45006" y="90857"/>
                </a:cubicBezTo>
                <a:lnTo>
                  <a:pt x="40470" y="95393"/>
                </a:lnTo>
                <a:lnTo>
                  <a:pt x="40922" y="98751"/>
                </a:lnTo>
                <a:lnTo>
                  <a:pt x="30445" y="109216"/>
                </a:lnTo>
                <a:lnTo>
                  <a:pt x="30909" y="109681"/>
                </a:lnTo>
                <a:lnTo>
                  <a:pt x="41601" y="98977"/>
                </a:lnTo>
                <a:lnTo>
                  <a:pt x="41149" y="95620"/>
                </a:lnTo>
                <a:lnTo>
                  <a:pt x="45471" y="91309"/>
                </a:lnTo>
                <a:cubicBezTo>
                  <a:pt x="45644" y="91403"/>
                  <a:pt x="45836" y="91451"/>
                  <a:pt x="46028" y="91451"/>
                </a:cubicBezTo>
                <a:cubicBezTo>
                  <a:pt x="46324" y="91451"/>
                  <a:pt x="46621" y="91338"/>
                  <a:pt x="46852" y="91107"/>
                </a:cubicBezTo>
                <a:cubicBezTo>
                  <a:pt x="47304" y="90655"/>
                  <a:pt x="47304" y="89916"/>
                  <a:pt x="46852" y="89452"/>
                </a:cubicBezTo>
                <a:cubicBezTo>
                  <a:pt x="46620" y="89226"/>
                  <a:pt x="46319" y="89113"/>
                  <a:pt x="46020" y="89113"/>
                </a:cubicBezTo>
                <a:close/>
                <a:moveTo>
                  <a:pt x="46995" y="70128"/>
                </a:moveTo>
                <a:cubicBezTo>
                  <a:pt x="46459" y="70128"/>
                  <a:pt x="45947" y="70343"/>
                  <a:pt x="45566" y="70724"/>
                </a:cubicBezTo>
                <a:cubicBezTo>
                  <a:pt x="45197" y="71105"/>
                  <a:pt x="44983" y="71605"/>
                  <a:pt x="44983" y="72140"/>
                </a:cubicBezTo>
                <a:cubicBezTo>
                  <a:pt x="44983" y="72605"/>
                  <a:pt x="45137" y="73033"/>
                  <a:pt x="45411" y="73379"/>
                </a:cubicBezTo>
                <a:lnTo>
                  <a:pt x="27099" y="91702"/>
                </a:lnTo>
                <a:lnTo>
                  <a:pt x="24278" y="91321"/>
                </a:lnTo>
                <a:lnTo>
                  <a:pt x="19265" y="96334"/>
                </a:lnTo>
                <a:lnTo>
                  <a:pt x="19265" y="99299"/>
                </a:lnTo>
                <a:lnTo>
                  <a:pt x="7656" y="110919"/>
                </a:lnTo>
                <a:lnTo>
                  <a:pt x="7656" y="114158"/>
                </a:lnTo>
                <a:lnTo>
                  <a:pt x="1" y="121801"/>
                </a:lnTo>
                <a:lnTo>
                  <a:pt x="453" y="122266"/>
                </a:lnTo>
                <a:lnTo>
                  <a:pt x="8299" y="114419"/>
                </a:lnTo>
                <a:lnTo>
                  <a:pt x="8299" y="111181"/>
                </a:lnTo>
                <a:lnTo>
                  <a:pt x="19920" y="99560"/>
                </a:lnTo>
                <a:lnTo>
                  <a:pt x="19920" y="96596"/>
                </a:lnTo>
                <a:lnTo>
                  <a:pt x="24504" y="92000"/>
                </a:lnTo>
                <a:lnTo>
                  <a:pt x="27326" y="92381"/>
                </a:lnTo>
                <a:lnTo>
                  <a:pt x="45887" y="73819"/>
                </a:lnTo>
                <a:cubicBezTo>
                  <a:pt x="46209" y="74034"/>
                  <a:pt x="46590" y="74153"/>
                  <a:pt x="46995" y="74153"/>
                </a:cubicBezTo>
                <a:cubicBezTo>
                  <a:pt x="47530" y="74153"/>
                  <a:pt x="48042" y="73950"/>
                  <a:pt x="48423" y="73569"/>
                </a:cubicBezTo>
                <a:cubicBezTo>
                  <a:pt x="48793" y="73188"/>
                  <a:pt x="49007" y="72676"/>
                  <a:pt x="49007" y="72140"/>
                </a:cubicBezTo>
                <a:cubicBezTo>
                  <a:pt x="49007" y="71605"/>
                  <a:pt x="48793" y="71093"/>
                  <a:pt x="48412" y="70724"/>
                </a:cubicBezTo>
                <a:cubicBezTo>
                  <a:pt x="48031" y="70343"/>
                  <a:pt x="47530" y="70128"/>
                  <a:pt x="46995" y="70128"/>
                </a:cubicBezTo>
                <a:close/>
                <a:moveTo>
                  <a:pt x="71272" y="86761"/>
                </a:moveTo>
                <a:cubicBezTo>
                  <a:pt x="70736" y="86761"/>
                  <a:pt x="70236" y="86964"/>
                  <a:pt x="69855" y="87345"/>
                </a:cubicBezTo>
                <a:cubicBezTo>
                  <a:pt x="69474" y="87726"/>
                  <a:pt x="69259" y="88238"/>
                  <a:pt x="69259" y="88773"/>
                </a:cubicBezTo>
                <a:cubicBezTo>
                  <a:pt x="69259" y="89190"/>
                  <a:pt x="69390" y="89583"/>
                  <a:pt x="69628" y="89928"/>
                </a:cubicBezTo>
                <a:lnTo>
                  <a:pt x="64961" y="94584"/>
                </a:lnTo>
                <a:lnTo>
                  <a:pt x="65426" y="97941"/>
                </a:lnTo>
                <a:lnTo>
                  <a:pt x="41030" y="122325"/>
                </a:lnTo>
                <a:lnTo>
                  <a:pt x="41494" y="122778"/>
                </a:lnTo>
                <a:lnTo>
                  <a:pt x="66104" y="98167"/>
                </a:lnTo>
                <a:lnTo>
                  <a:pt x="65652" y="94810"/>
                </a:lnTo>
                <a:lnTo>
                  <a:pt x="70081" y="90381"/>
                </a:lnTo>
                <a:cubicBezTo>
                  <a:pt x="70426" y="90643"/>
                  <a:pt x="70831" y="90774"/>
                  <a:pt x="71272" y="90774"/>
                </a:cubicBezTo>
                <a:cubicBezTo>
                  <a:pt x="71807" y="90774"/>
                  <a:pt x="72319" y="90571"/>
                  <a:pt x="72700" y="90190"/>
                </a:cubicBezTo>
                <a:cubicBezTo>
                  <a:pt x="73081" y="89809"/>
                  <a:pt x="73284" y="89297"/>
                  <a:pt x="73284" y="88762"/>
                </a:cubicBezTo>
                <a:cubicBezTo>
                  <a:pt x="73284" y="88226"/>
                  <a:pt x="73069" y="87726"/>
                  <a:pt x="72700" y="87345"/>
                </a:cubicBezTo>
                <a:cubicBezTo>
                  <a:pt x="72319" y="86964"/>
                  <a:pt x="71807" y="86761"/>
                  <a:pt x="71272" y="86761"/>
                </a:cubicBezTo>
                <a:close/>
                <a:moveTo>
                  <a:pt x="58947" y="93780"/>
                </a:moveTo>
                <a:cubicBezTo>
                  <a:pt x="58648" y="93780"/>
                  <a:pt x="58347" y="93893"/>
                  <a:pt x="58115" y="94119"/>
                </a:cubicBezTo>
                <a:cubicBezTo>
                  <a:pt x="57746" y="94500"/>
                  <a:pt x="57686" y="95048"/>
                  <a:pt x="57913" y="95489"/>
                </a:cubicBezTo>
                <a:lnTo>
                  <a:pt x="50602" y="102787"/>
                </a:lnTo>
                <a:lnTo>
                  <a:pt x="47364" y="102787"/>
                </a:lnTo>
                <a:lnTo>
                  <a:pt x="35755" y="114408"/>
                </a:lnTo>
                <a:lnTo>
                  <a:pt x="32779" y="114408"/>
                </a:lnTo>
                <a:lnTo>
                  <a:pt x="27778" y="119408"/>
                </a:lnTo>
                <a:lnTo>
                  <a:pt x="28159" y="122230"/>
                </a:lnTo>
                <a:lnTo>
                  <a:pt x="9609" y="140780"/>
                </a:lnTo>
                <a:lnTo>
                  <a:pt x="10061" y="141244"/>
                </a:lnTo>
                <a:lnTo>
                  <a:pt x="28838" y="122468"/>
                </a:lnTo>
                <a:lnTo>
                  <a:pt x="28457" y="119646"/>
                </a:lnTo>
                <a:lnTo>
                  <a:pt x="33052" y="115050"/>
                </a:lnTo>
                <a:lnTo>
                  <a:pt x="36017" y="115050"/>
                </a:lnTo>
                <a:lnTo>
                  <a:pt x="47638" y="103442"/>
                </a:lnTo>
                <a:lnTo>
                  <a:pt x="50876" y="103442"/>
                </a:lnTo>
                <a:lnTo>
                  <a:pt x="58353" y="95953"/>
                </a:lnTo>
                <a:cubicBezTo>
                  <a:pt x="58539" y="96065"/>
                  <a:pt x="58747" y="96122"/>
                  <a:pt x="58954" y="96122"/>
                </a:cubicBezTo>
                <a:cubicBezTo>
                  <a:pt x="59251" y="96122"/>
                  <a:pt x="59546" y="96006"/>
                  <a:pt x="59770" y="95774"/>
                </a:cubicBezTo>
                <a:cubicBezTo>
                  <a:pt x="60234" y="95322"/>
                  <a:pt x="60234" y="94584"/>
                  <a:pt x="59770" y="94119"/>
                </a:cubicBezTo>
                <a:cubicBezTo>
                  <a:pt x="59544" y="93893"/>
                  <a:pt x="59246" y="93780"/>
                  <a:pt x="58947" y="937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00025" dist="19050" dir="5400000" algn="bl" rotWithShape="0">
              <a:schemeClr val="accent1">
                <a:alpha val="6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38"/>
          <p:cNvSpPr txBox="1">
            <a:spLocks noGrp="1"/>
          </p:cNvSpPr>
          <p:nvPr>
            <p:ph type="title"/>
          </p:nvPr>
        </p:nvSpPr>
        <p:spPr>
          <a:xfrm>
            <a:off x="1771483" y="109998"/>
            <a:ext cx="5716200" cy="222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1"/>
                </a:solidFill>
              </a:rPr>
              <a:t>GITHUB </a:t>
            </a:r>
            <a:br>
              <a:rPr lang="en" dirty="0">
                <a:solidFill>
                  <a:schemeClr val="accent1"/>
                </a:solidFill>
              </a:rPr>
            </a:br>
            <a:r>
              <a:rPr lang="en" dirty="0">
                <a:solidFill>
                  <a:schemeClr val="accent1"/>
                </a:solidFill>
              </a:rPr>
              <a:t>REPOSITORY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BB3DD9-A5C7-56BA-CCAD-32ADB330BEC2}"/>
              </a:ext>
            </a:extLst>
          </p:cNvPr>
          <p:cNvSpPr txBox="1"/>
          <p:nvPr/>
        </p:nvSpPr>
        <p:spPr>
          <a:xfrm>
            <a:off x="1481064" y="2807803"/>
            <a:ext cx="62970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https://github.com/deepakjain2401/scf-hackathon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16EB5-DB25-8879-93B0-DD8071713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031D15-33A3-2FC0-151B-901C6069E929}"/>
              </a:ext>
            </a:extLst>
          </p:cNvPr>
          <p:cNvSpPr/>
          <p:nvPr/>
        </p:nvSpPr>
        <p:spPr>
          <a:xfrm>
            <a:off x="775663" y="1738018"/>
            <a:ext cx="7315200" cy="147732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000" b="0" cap="none" spc="0" dirty="0">
                <a:ln w="0"/>
                <a:solidFill>
                  <a:schemeClr val="tx1"/>
                </a:solidFill>
                <a:effectLst>
                  <a:reflection blurRad="6350" stA="53000" endA="300" endPos="35500" dir="5400000" sy="-90000" algn="bl" rotWithShape="0"/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12987539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Project Proposal Minitheme by Slidesgo">
  <a:themeElements>
    <a:clrScheme name="Simple Light">
      <a:dk1>
        <a:srgbClr val="FFFFFF"/>
      </a:dk1>
      <a:lt1>
        <a:srgbClr val="E0E0E0"/>
      </a:lt1>
      <a:dk2>
        <a:srgbClr val="666666"/>
      </a:dk2>
      <a:lt2>
        <a:srgbClr val="000000"/>
      </a:lt2>
      <a:accent1>
        <a:srgbClr val="96FFF3"/>
      </a:accent1>
      <a:accent2>
        <a:srgbClr val="8F1EA0"/>
      </a:accent2>
      <a:accent3>
        <a:srgbClr val="3DC6FF"/>
      </a:accent3>
      <a:accent4>
        <a:srgbClr val="2619AA"/>
      </a:accent4>
      <a:accent5>
        <a:srgbClr val="190057"/>
      </a:accent5>
      <a:accent6>
        <a:srgbClr val="F139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895</TotalTime>
  <Words>439</Words>
  <Application>Microsoft Office PowerPoint</Application>
  <PresentationFormat>On-screen Show (16:9)</PresentationFormat>
  <Paragraphs>69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Oswald</vt:lpstr>
      <vt:lpstr>Wingdings</vt:lpstr>
      <vt:lpstr>Roboto Condensed Light</vt:lpstr>
      <vt:lpstr>DM Sans</vt:lpstr>
      <vt:lpstr>Calibri</vt:lpstr>
      <vt:lpstr>Plus Jakarta Sans</vt:lpstr>
      <vt:lpstr>Oswald ExtraLight</vt:lpstr>
      <vt:lpstr>Technology Project Proposal Minitheme by Slidesgo</vt:lpstr>
      <vt:lpstr>INTELLITRACE  HACKATHON  2026  finVerse - CLARITY IN EVERY TRANSACTIONS - </vt:lpstr>
      <vt:lpstr>DETAILS OF TEAM</vt:lpstr>
      <vt:lpstr>02</vt:lpstr>
      <vt:lpstr>LIMITATIONS OF CURRENT SYSTEMS</vt:lpstr>
      <vt:lpstr>INTRODUCING finVerse</vt:lpstr>
      <vt:lpstr>PROPOSED SOLUTION</vt:lpstr>
      <vt:lpstr>CURRENT PROTOTYPE STAGE</vt:lpstr>
      <vt:lpstr>Real-time invoice screening</vt:lpstr>
      <vt:lpstr>GITHUB  REPOSITORY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NEERAJ YADAV</dc:creator>
  <cp:lastModifiedBy>NEERAJ YADAV</cp:lastModifiedBy>
  <cp:revision>5</cp:revision>
  <dcterms:modified xsi:type="dcterms:W3CDTF">2026-02-28T20:21:54Z</dcterms:modified>
</cp:coreProperties>
</file>